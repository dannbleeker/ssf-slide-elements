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1.xml" ContentType="application/vnd.openxmlformats-officedocument.presentationml.notesSlide+xml"/>
  <Override PartName="/ppt/tags/tag17.xml" ContentType="application/vnd.openxmlformats-officedocument.presentationml.tags+xml"/>
  <Override PartName="/ppt/notesSlides/notesSlide2.xml" ContentType="application/vnd.openxmlformats-officedocument.presentationml.notesSlide+xml"/>
  <Override PartName="/ppt/tags/tag18.xml" ContentType="application/vnd.openxmlformats-officedocument.presentationml.tags+xml"/>
  <Override PartName="/ppt/notesSlides/notesSlide3.xml" ContentType="application/vnd.openxmlformats-officedocument.presentationml.notesSlide+xml"/>
  <Override PartName="/ppt/tags/tag19.xml" ContentType="application/vnd.openxmlformats-officedocument.presentationml.tags+xml"/>
  <Override PartName="/ppt/notesSlides/notesSlide4.xml" ContentType="application/vnd.openxmlformats-officedocument.presentationml.notesSlide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notesSlides/notesSlide13.xml" ContentType="application/vnd.openxmlformats-officedocument.presentationml.notesSlide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6" r:id="rId1"/>
  </p:sldMasterIdLst>
  <p:notesMasterIdLst>
    <p:notesMasterId r:id="rId109"/>
  </p:notesMasterIdLst>
  <p:handoutMasterIdLst>
    <p:handoutMasterId r:id="rId110"/>
  </p:handoutMasterIdLst>
  <p:sldIdLst>
    <p:sldId id="256" r:id="rId2"/>
    <p:sldId id="276" r:id="rId3"/>
    <p:sldId id="277" r:id="rId4"/>
    <p:sldId id="356" r:id="rId5"/>
    <p:sldId id="361" r:id="rId6"/>
    <p:sldId id="362" r:id="rId7"/>
    <p:sldId id="363" r:id="rId8"/>
    <p:sldId id="275" r:id="rId9"/>
    <p:sldId id="259" r:id="rId10"/>
    <p:sldId id="279" r:id="rId11"/>
    <p:sldId id="357" r:id="rId12"/>
    <p:sldId id="358" r:id="rId13"/>
    <p:sldId id="359" r:id="rId14"/>
    <p:sldId id="306" r:id="rId15"/>
    <p:sldId id="304" r:id="rId16"/>
    <p:sldId id="305" r:id="rId17"/>
    <p:sldId id="314" r:id="rId18"/>
    <p:sldId id="315" r:id="rId19"/>
    <p:sldId id="310" r:id="rId20"/>
    <p:sldId id="311" r:id="rId21"/>
    <p:sldId id="285" r:id="rId22"/>
    <p:sldId id="286" r:id="rId23"/>
    <p:sldId id="287" r:id="rId24"/>
    <p:sldId id="288" r:id="rId25"/>
    <p:sldId id="294" r:id="rId26"/>
    <p:sldId id="289" r:id="rId27"/>
    <p:sldId id="295" r:id="rId28"/>
    <p:sldId id="296" r:id="rId29"/>
    <p:sldId id="312" r:id="rId30"/>
    <p:sldId id="313" r:id="rId31"/>
    <p:sldId id="317" r:id="rId32"/>
    <p:sldId id="318" r:id="rId33"/>
    <p:sldId id="319" r:id="rId34"/>
    <p:sldId id="320" r:id="rId35"/>
    <p:sldId id="321" r:id="rId36"/>
    <p:sldId id="371" r:id="rId37"/>
    <p:sldId id="367" r:id="rId38"/>
    <p:sldId id="365" r:id="rId39"/>
    <p:sldId id="369" r:id="rId40"/>
    <p:sldId id="366" r:id="rId41"/>
    <p:sldId id="322" r:id="rId42"/>
    <p:sldId id="325" r:id="rId43"/>
    <p:sldId id="323" r:id="rId44"/>
    <p:sldId id="324" r:id="rId45"/>
    <p:sldId id="327" r:id="rId46"/>
    <p:sldId id="328" r:id="rId47"/>
    <p:sldId id="375" r:id="rId48"/>
    <p:sldId id="345" r:id="rId49"/>
    <p:sldId id="346" r:id="rId50"/>
    <p:sldId id="347" r:id="rId51"/>
    <p:sldId id="348" r:id="rId52"/>
    <p:sldId id="349" r:id="rId53"/>
    <p:sldId id="330" r:id="rId54"/>
    <p:sldId id="350" r:id="rId55"/>
    <p:sldId id="351" r:id="rId56"/>
    <p:sldId id="352" r:id="rId57"/>
    <p:sldId id="353" r:id="rId58"/>
    <p:sldId id="354" r:id="rId59"/>
    <p:sldId id="355" r:id="rId60"/>
    <p:sldId id="308" r:id="rId61"/>
    <p:sldId id="307" r:id="rId62"/>
    <p:sldId id="309" r:id="rId63"/>
    <p:sldId id="333" r:id="rId64"/>
    <p:sldId id="332" r:id="rId65"/>
    <p:sldId id="331" r:id="rId66"/>
    <p:sldId id="334" r:id="rId67"/>
    <p:sldId id="335" r:id="rId68"/>
    <p:sldId id="336" r:id="rId69"/>
    <p:sldId id="337" r:id="rId70"/>
    <p:sldId id="338" r:id="rId71"/>
    <p:sldId id="339" r:id="rId72"/>
    <p:sldId id="298" r:id="rId73"/>
    <p:sldId id="316" r:id="rId74"/>
    <p:sldId id="257" r:id="rId75"/>
    <p:sldId id="297" r:id="rId76"/>
    <p:sldId id="301" r:id="rId77"/>
    <p:sldId id="303" r:id="rId78"/>
    <p:sldId id="302" r:id="rId79"/>
    <p:sldId id="340" r:id="rId80"/>
    <p:sldId id="341" r:id="rId81"/>
    <p:sldId id="342" r:id="rId82"/>
    <p:sldId id="343" r:id="rId83"/>
    <p:sldId id="344" r:id="rId84"/>
    <p:sldId id="281" r:id="rId85"/>
    <p:sldId id="274" r:id="rId86"/>
    <p:sldId id="376" r:id="rId87"/>
    <p:sldId id="364" r:id="rId88"/>
    <p:sldId id="372" r:id="rId89"/>
    <p:sldId id="377" r:id="rId90"/>
    <p:sldId id="378" r:id="rId91"/>
    <p:sldId id="280" r:id="rId92"/>
    <p:sldId id="267" r:id="rId93"/>
    <p:sldId id="268" r:id="rId94"/>
    <p:sldId id="269" r:id="rId95"/>
    <p:sldId id="373" r:id="rId96"/>
    <p:sldId id="270" r:id="rId97"/>
    <p:sldId id="271" r:id="rId98"/>
    <p:sldId id="374" r:id="rId99"/>
    <p:sldId id="272" r:id="rId100"/>
    <p:sldId id="273" r:id="rId101"/>
    <p:sldId id="292" r:id="rId102"/>
    <p:sldId id="299" r:id="rId103"/>
    <p:sldId id="300" r:id="rId104"/>
    <p:sldId id="379" r:id="rId105"/>
    <p:sldId id="380" r:id="rId106"/>
    <p:sldId id="381" r:id="rId107"/>
    <p:sldId id="382" r:id="rId108"/>
  </p:sldIdLst>
  <p:sldSz cx="9144000" cy="6858000" type="screen4x3"/>
  <p:notesSz cx="6797675" cy="9982200"/>
  <p:custDataLst>
    <p:tags r:id="rId111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5pPr>
    <a:lvl6pPr marL="2286000" algn="l" defTabSz="914400" rtl="0" eaLnBrk="1" latinLnBrk="0" hangingPunct="1"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6pPr>
    <a:lvl7pPr marL="2743200" algn="l" defTabSz="914400" rtl="0" eaLnBrk="1" latinLnBrk="0" hangingPunct="1"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7pPr>
    <a:lvl8pPr marL="3200400" algn="l" defTabSz="914400" rtl="0" eaLnBrk="1" latinLnBrk="0" hangingPunct="1"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8pPr>
    <a:lvl9pPr marL="3657600" algn="l" defTabSz="914400" rtl="0" eaLnBrk="1" latinLnBrk="0" hangingPunct="1"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emlayout 2 - Markerin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Ingen typografi, tabelgit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Ingen typografi, intet git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676" autoAdjust="0"/>
    <p:restoredTop sz="94982" autoAdjust="0"/>
  </p:normalViewPr>
  <p:slideViewPr>
    <p:cSldViewPr>
      <p:cViewPr varScale="1">
        <p:scale>
          <a:sx n="56" d="100"/>
          <a:sy n="56" d="100"/>
        </p:scale>
        <p:origin x="28" y="4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640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presProps" Target="pres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notesMaster" Target="notesMasters/notesMaster1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handoutMaster" Target="handoutMasters/handoutMaster1.xml"/><Relationship Id="rId115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tags" Target="tags/tag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9853372434017593E-2"/>
          <c:y val="3.3398821218074658E-2"/>
          <c:w val="0.87976539589442815"/>
          <c:h val="0.9449901768172888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noFill/>
            <a:ln w="25343">
              <a:noFill/>
            </a:ln>
          </c:spPr>
          <c:invertIfNegative val="0"/>
          <c:cat>
            <c:numRef>
              <c:f>Sheet1!$A$2:$A$16</c:f>
              <c:numCache>
                <c:formatCode>General</c:formatCode>
                <c:ptCount val="15"/>
              </c:numCache>
            </c:numRef>
          </c:cat>
          <c:val>
            <c:numRef>
              <c:f>Sheet1!$B$2:$B$16</c:f>
              <c:numCache>
                <c:formatCode>General</c:formatCode>
                <c:ptCount val="15"/>
                <c:pt idx="1">
                  <c:v>307.0000000000349</c:v>
                </c:pt>
                <c:pt idx="2">
                  <c:v>309.00000000003513</c:v>
                </c:pt>
                <c:pt idx="3">
                  <c:v>327.00000000003718</c:v>
                </c:pt>
                <c:pt idx="4">
                  <c:v>333.86000000003799</c:v>
                </c:pt>
                <c:pt idx="5">
                  <c:v>336.16000000003822</c:v>
                </c:pt>
                <c:pt idx="6">
                  <c:v>335.00000000003809</c:v>
                </c:pt>
                <c:pt idx="8">
                  <c:v>335.00000000003809</c:v>
                </c:pt>
                <c:pt idx="9">
                  <c:v>338.00000000003843</c:v>
                </c:pt>
                <c:pt idx="10">
                  <c:v>366.88000000004172</c:v>
                </c:pt>
                <c:pt idx="11">
                  <c:v>371.36585000004226</c:v>
                </c:pt>
                <c:pt idx="12">
                  <c:v>390.07585000004434</c:v>
                </c:pt>
                <c:pt idx="13">
                  <c:v>354.03585000004023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F94-443D-8F85-27DBECE161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</c:strCache>
            </c:strRef>
          </c:tx>
          <c:spPr>
            <a:solidFill>
              <a:schemeClr val="accent1"/>
            </a:solidFill>
            <a:ln w="25343">
              <a:noFill/>
            </a:ln>
          </c:spPr>
          <c:invertIfNegative val="0"/>
          <c:dLbls>
            <c:dLbl>
              <c:idx val="0"/>
              <c:layout>
                <c:manualLayout>
                  <c:x val="0.38414022945888326"/>
                  <c:y val="2.052432912998072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F94-443D-8F85-27DBECE16154}"/>
                </c:ext>
              </c:extLst>
            </c:dLbl>
            <c:dLbl>
              <c:idx val="1"/>
              <c:layout>
                <c:manualLayout>
                  <c:x val="3.3510619026190236E-2"/>
                  <c:y val="2.1834199688433864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2F94-443D-8F85-27DBECE16154}"/>
                </c:ext>
              </c:extLst>
            </c:dLbl>
            <c:dLbl>
              <c:idx val="2"/>
              <c:layout>
                <c:manualLayout>
                  <c:x val="6.2900452704320431E-2"/>
                  <c:y val="2.3144070246886583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F94-443D-8F85-27DBECE16154}"/>
                </c:ext>
              </c:extLst>
            </c:dLbl>
            <c:dLbl>
              <c:idx val="3"/>
              <c:layout>
                <c:manualLayout>
                  <c:x val="3.9652696249428021E-2"/>
                  <c:y val="2.44539408053395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2F94-443D-8F85-27DBECE16154}"/>
                </c:ext>
              </c:extLst>
            </c:dLbl>
            <c:dLbl>
              <c:idx val="4"/>
              <c:layout>
                <c:manualLayout>
                  <c:x val="3.2462478062754707E-2"/>
                  <c:y val="2.5763811363791467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2F94-443D-8F85-27DBECE16154}"/>
                </c:ext>
              </c:extLst>
            </c:dLbl>
            <c:dLbl>
              <c:idx val="5"/>
              <c:layout>
                <c:manualLayout>
                  <c:x val="3.83447023132647E-2"/>
                  <c:y val="2.7073681922245019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2F94-443D-8F85-27DBECE16154}"/>
                </c:ext>
              </c:extLst>
            </c:dLbl>
            <c:dLbl>
              <c:idx val="6"/>
              <c:layout>
                <c:manualLayout>
                  <c:x val="-3.368699894245053E-2"/>
                  <c:y val="2.838355248069746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F94-443D-8F85-27DBECE16154}"/>
                </c:ext>
              </c:extLst>
            </c:dLbl>
            <c:dLbl>
              <c:idx val="7"/>
              <c:layout>
                <c:manualLayout>
                  <c:x val="0.41771271733582399"/>
                  <c:y val="2.9693423039149902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2F94-443D-8F85-27DBECE16154}"/>
                </c:ext>
              </c:extLst>
            </c:dLbl>
            <c:dLbl>
              <c:idx val="8"/>
              <c:layout>
                <c:manualLayout>
                  <c:x val="3.2101597089799427E-2"/>
                  <c:y val="3.1003293597604564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F94-443D-8F85-27DBECE16154}"/>
                </c:ext>
              </c:extLst>
            </c:dLbl>
            <c:dLbl>
              <c:idx val="9"/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rgbClr val="FFFFFF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F-2F94-443D-8F85-27DBECE16154}"/>
                </c:ext>
              </c:extLst>
            </c:dLbl>
            <c:dLbl>
              <c:idx val="10"/>
              <c:layout>
                <c:manualLayout>
                  <c:x val="3.6242556374775359E-2"/>
                  <c:y val="3.362303471450944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2F94-443D-8F85-27DBECE16154}"/>
                </c:ext>
              </c:extLst>
            </c:dLbl>
            <c:dLbl>
              <c:idx val="11"/>
              <c:layout>
                <c:manualLayout>
                  <c:x val="6.5033046812979167E-2"/>
                  <c:y val="3.4932905272961889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F94-443D-8F85-27DBECE16154}"/>
                </c:ext>
              </c:extLst>
            </c:dLbl>
            <c:dLbl>
              <c:idx val="12"/>
              <c:layout>
                <c:manualLayout>
                  <c:x val="3.9785045417543463E-2"/>
                  <c:y val="3.6242775831415441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2F94-443D-8F85-27DBECE16154}"/>
                </c:ext>
              </c:extLst>
            </c:dLbl>
            <c:dLbl>
              <c:idx val="13"/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rgbClr val="FFFFFF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E-2F94-443D-8F85-27DBECE16154}"/>
                </c:ext>
              </c:extLst>
            </c:dLbl>
            <c:dLbl>
              <c:idx val="14"/>
              <c:layout>
                <c:manualLayout>
                  <c:x val="0.43773131312807656"/>
                  <c:y val="3.8860445520947362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F94-443D-8F85-27DBECE16154}"/>
                </c:ext>
              </c:extLst>
            </c:dLbl>
            <c:spPr>
              <a:noFill/>
              <a:ln w="25343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197" b="0" i="0" u="none" strike="noStrike" baseline="0">
                    <a:solidFill>
                      <a:schemeClr val="tx1"/>
                    </a:solidFill>
                    <a:latin typeface="Adelle BS Office"/>
                    <a:ea typeface="Adelle BS Office"/>
                    <a:cs typeface="Adelle BS Office"/>
                  </a:defRPr>
                </a:pPr>
                <a:endParaRPr lang="da-DK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Sheet1!$A$2:$A$16</c:f>
              <c:numCache>
                <c:formatCode>General</c:formatCode>
                <c:ptCount val="15"/>
              </c:numCache>
            </c:numRef>
          </c:cat>
          <c:val>
            <c:numRef>
              <c:f>Sheet1!$C$2:$C$16</c:f>
              <c:numCache>
                <c:formatCode>#,##0;#,##0</c:formatCode>
                <c:ptCount val="15"/>
                <c:pt idx="0" formatCode="#,##0_);\(#,##0\)">
                  <c:v>307.0000000000349</c:v>
                </c:pt>
                <c:pt idx="1">
                  <c:v>2.0000000000002274</c:v>
                </c:pt>
                <c:pt idx="2">
                  <c:v>18.000000000002046</c:v>
                </c:pt>
                <c:pt idx="3">
                  <c:v>6.8600000000007935</c:v>
                </c:pt>
                <c:pt idx="4">
                  <c:v>2.3000000000002729</c:v>
                </c:pt>
                <c:pt idx="5">
                  <c:v>5.645000000000624</c:v>
                </c:pt>
                <c:pt idx="6">
                  <c:v>6.8050000000007804</c:v>
                </c:pt>
                <c:pt idx="7" formatCode="#,##0_);\(#,##0\)">
                  <c:v>335.00000000003809</c:v>
                </c:pt>
                <c:pt idx="8">
                  <c:v>3.0000000000003411</c:v>
                </c:pt>
                <c:pt idx="9">
                  <c:v>28.880000000003278</c:v>
                </c:pt>
                <c:pt idx="10">
                  <c:v>4.4858500000005375</c:v>
                </c:pt>
                <c:pt idx="11">
                  <c:v>18.710000000002108</c:v>
                </c:pt>
                <c:pt idx="12">
                  <c:v>7.9600000000008846</c:v>
                </c:pt>
                <c:pt idx="13">
                  <c:v>44.000000000005002</c:v>
                </c:pt>
                <c:pt idx="14" formatCode="#,##0_);\(#,##0\)">
                  <c:v>354.03585000004023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2F94-443D-8F85-27DBECE161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830582095"/>
        <c:axId val="1"/>
      </c:barChart>
      <c:catAx>
        <c:axId val="830582095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12672">
            <a:solidFill>
              <a:schemeClr val="tx1"/>
            </a:solidFill>
            <a:prstDash val="solid"/>
          </a:ln>
        </c:spPr>
        <c:crossAx val="1"/>
        <c:crossesAt val="0"/>
        <c:auto val="1"/>
        <c:lblAlgn val="ctr"/>
        <c:lblOffset val="100"/>
        <c:tickLblSkip val="1"/>
        <c:tickMarkSkip val="1"/>
        <c:noMultiLvlLbl val="0"/>
      </c:catAx>
      <c:valAx>
        <c:axId val="1"/>
        <c:scaling>
          <c:orientation val="minMax"/>
          <c:max val="398.03584999999998"/>
          <c:min val="0"/>
        </c:scaling>
        <c:delete val="0"/>
        <c:axPos val="t"/>
        <c:numFmt formatCode="General" sourceLinked="1"/>
        <c:majorTickMark val="none"/>
        <c:minorTickMark val="none"/>
        <c:tickLblPos val="none"/>
        <c:spPr>
          <a:ln w="6336">
            <a:noFill/>
          </a:ln>
        </c:spPr>
        <c:crossAx val="830582095"/>
        <c:crosses val="autoZero"/>
        <c:crossBetween val="between"/>
      </c:valAx>
      <c:spPr>
        <a:noFill/>
        <a:ln w="25343"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97" b="1" i="0" u="none" strike="noStrike" baseline="0">
          <a:solidFill>
            <a:schemeClr val="tx1"/>
          </a:solidFill>
          <a:latin typeface="Calibri"/>
          <a:ea typeface="Calibri"/>
          <a:cs typeface="Calibri"/>
        </a:defRPr>
      </a:pPr>
      <a:endParaRPr lang="da-DK"/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135" cy="49903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sz="quarter" idx="1"/>
          </p:nvPr>
        </p:nvSpPr>
        <p:spPr>
          <a:xfrm>
            <a:off x="3849955" y="0"/>
            <a:ext cx="2946135" cy="49903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D8D360-E52E-4493-859D-EF89CF36CBAE}" type="datetimeFigureOut">
              <a:rPr lang="da-DK" smtClean="0"/>
              <a:pPr/>
              <a:t>16-09-2026</a:t>
            </a:fld>
            <a:endParaRPr lang="da-DK"/>
          </a:p>
        </p:txBody>
      </p:sp>
      <p:sp>
        <p:nvSpPr>
          <p:cNvPr id="4" name="Pladsholder til sidefod 3"/>
          <p:cNvSpPr>
            <a:spLocks noGrp="1"/>
          </p:cNvSpPr>
          <p:nvPr>
            <p:ph type="ftr" sz="quarter" idx="2"/>
          </p:nvPr>
        </p:nvSpPr>
        <p:spPr>
          <a:xfrm>
            <a:off x="0" y="9481576"/>
            <a:ext cx="2946135" cy="4990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3"/>
          </p:nvPr>
        </p:nvSpPr>
        <p:spPr>
          <a:xfrm>
            <a:off x="3849955" y="9481576"/>
            <a:ext cx="2946135" cy="4990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20362D-7A7C-44F0-8D8E-90C264731DF9}" type="slidenum">
              <a:rPr lang="da-DK" smtClean="0"/>
              <a:pPr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873484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135" cy="49903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49955" y="0"/>
            <a:ext cx="2946135" cy="49903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A8DB35-6D81-4539-B54D-0729C63FB223}" type="datetimeFigureOut">
              <a:rPr lang="da-DK" smtClean="0"/>
              <a:pPr/>
              <a:t>16-09-2026</a:t>
            </a:fld>
            <a:endParaRPr lang="da-DK"/>
          </a:p>
        </p:txBody>
      </p:sp>
      <p:sp>
        <p:nvSpPr>
          <p:cNvPr id="4" name="Pladsholder til dias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906463" y="749300"/>
            <a:ext cx="4986337" cy="37417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0244" y="4741585"/>
            <a:ext cx="5437188" cy="44912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typografi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9481576"/>
            <a:ext cx="2946135" cy="4990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diasnummer 6"/>
          <p:cNvSpPr>
            <a:spLocks noGrp="1"/>
          </p:cNvSpPr>
          <p:nvPr>
            <p:ph type="sldNum" sz="quarter" idx="5"/>
          </p:nvPr>
        </p:nvSpPr>
        <p:spPr>
          <a:xfrm>
            <a:off x="3849955" y="9481576"/>
            <a:ext cx="2946135" cy="4990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F923E5-7B97-4806-80E5-629DA1B6583D}" type="slidenum">
              <a:rPr lang="da-DK" smtClean="0"/>
              <a:pPr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989550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21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45462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22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2988063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23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737220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24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257247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54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974848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62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995371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63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27498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64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293638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65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467525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A85ACB-210C-4C98-98AF-D2A6C3405434}" type="slidenum">
              <a:rPr lang="da-DK" smtClean="0"/>
              <a:pPr/>
              <a:t>81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505309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A85ACB-210C-4C98-98AF-D2A6C3405434}" type="slidenum">
              <a:rPr lang="da-DK" smtClean="0"/>
              <a:pPr/>
              <a:t>82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847121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A85ACB-210C-4C98-98AF-D2A6C3405434}" type="slidenum">
              <a:rPr lang="da-DK" smtClean="0"/>
              <a:pPr/>
              <a:t>83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641948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/>
              <a:t>SSF: ét element pr. figur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s SSF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619672" y="1665289"/>
            <a:ext cx="5976663" cy="1292225"/>
          </a:xfrm>
        </p:spPr>
        <p:txBody>
          <a:bodyPr>
            <a:norm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da-DK" noProof="0"/>
              <a:t>Klik for at redigere i master</a:t>
            </a:r>
            <a:endParaRPr lang="da-DK" noProof="0" dirty="0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619673" y="3262314"/>
            <a:ext cx="5976662" cy="1108075"/>
          </a:xfrm>
        </p:spPr>
        <p:txBody>
          <a:bodyPr>
            <a:normAutofit/>
          </a:bodyPr>
          <a:lstStyle>
            <a:lvl1pPr marL="0" indent="0">
              <a:buFontTx/>
              <a:buNone/>
              <a:defRPr>
                <a:solidFill>
                  <a:srgbClr val="000000"/>
                </a:solidFill>
              </a:defRPr>
            </a:lvl1pPr>
          </a:lstStyle>
          <a:p>
            <a:r>
              <a:rPr lang="da-DK" noProof="0"/>
              <a:t>Klik for at redigere i master</a:t>
            </a:r>
            <a:endParaRPr lang="da-DK" noProof="0" dirty="0"/>
          </a:p>
        </p:txBody>
      </p:sp>
      <p:sp>
        <p:nvSpPr>
          <p:cNvPr id="9" name="Rektangel 8"/>
          <p:cNvSpPr/>
          <p:nvPr/>
        </p:nvSpPr>
        <p:spPr bwMode="auto">
          <a:xfrm>
            <a:off x="0" y="6669360"/>
            <a:ext cx="9144000" cy="19876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05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Verdana" pitchFamily="34" charset="0"/>
              </a:rPr>
              <a:t>StruktureretSundFornuft.dk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6974904" y="6728420"/>
            <a:ext cx="2133600" cy="139700"/>
          </a:xfrm>
        </p:spPr>
        <p:txBody>
          <a:bodyPr/>
          <a:lstStyle>
            <a:lvl1pPr algn="r">
              <a:defRPr/>
            </a:lvl1pPr>
          </a:lstStyle>
          <a:p>
            <a:fld id="{4C559319-974E-43DE-8758-BFC4F0130C6A}" type="slidenum">
              <a:rPr lang="da-DK" noProof="0" smtClean="0"/>
              <a:pPr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3160832335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Klik for at redigere i master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 noProof="0"/>
              <a:t>Klik for at redigere i master</a:t>
            </a:r>
          </a:p>
          <a:p>
            <a:pPr lvl="1"/>
            <a:r>
              <a:rPr lang="da-DK" noProof="0"/>
              <a:t>Andet niveau</a:t>
            </a:r>
          </a:p>
          <a:p>
            <a:pPr lvl="2"/>
            <a:r>
              <a:rPr lang="da-DK" noProof="0"/>
              <a:t>Tredje niveau</a:t>
            </a:r>
          </a:p>
          <a:p>
            <a:pPr lvl="3"/>
            <a:r>
              <a:rPr lang="da-DK" noProof="0"/>
              <a:t>Fjerde niveau</a:t>
            </a:r>
          </a:p>
          <a:p>
            <a:pPr lvl="4"/>
            <a:r>
              <a:rPr lang="da-DK" noProof="0"/>
              <a:t>Femte niveau</a:t>
            </a:r>
            <a:endParaRPr lang="da-DK" noProof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6974904" y="6728420"/>
            <a:ext cx="2133600" cy="139700"/>
          </a:xfrm>
        </p:spPr>
        <p:txBody>
          <a:bodyPr/>
          <a:lstStyle>
            <a:lvl1pPr algn="r">
              <a:defRPr/>
            </a:lvl1pPr>
          </a:lstStyle>
          <a:p>
            <a:fld id="{4C559319-974E-43DE-8758-BFC4F0130C6A}" type="slidenum">
              <a:rPr lang="da-DK" noProof="0" smtClean="0"/>
              <a:pPr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20939770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Kun titel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noProof="0" dirty="0"/>
              <a:t>Klik for at redigere i master</a:t>
            </a:r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6974904" y="6728420"/>
            <a:ext cx="2133600" cy="139700"/>
          </a:xfrm>
        </p:spPr>
        <p:txBody>
          <a:bodyPr/>
          <a:lstStyle>
            <a:lvl1pPr algn="r">
              <a:defRPr/>
            </a:lvl1pPr>
          </a:lstStyle>
          <a:p>
            <a:fld id="{4C559319-974E-43DE-8758-BFC4F0130C6A}" type="slidenum">
              <a:rPr lang="da-DK" noProof="0" smtClean="0"/>
              <a:pPr/>
              <a:t>‹#›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915630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Rectangle 4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976800" y="6674401"/>
            <a:ext cx="2133600" cy="139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15000"/>
              </a:lnSpc>
              <a:defRPr sz="800"/>
            </a:lvl1pPr>
          </a:lstStyle>
          <a:p>
            <a:fld id="{07332735-7A3E-4A8B-8C8A-3D53BB481DD8}" type="slidenum">
              <a:rPr lang="da-DK" smtClean="0"/>
              <a:pPr/>
              <a:t>‹#›</a:t>
            </a:fld>
            <a:endParaRPr lang="da-DK"/>
          </a:p>
        </p:txBody>
      </p:sp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19137" y="536575"/>
            <a:ext cx="7700963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da-DK" dirty="0"/>
              <a:t>Klik for at redigere titeltypografi i masteren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9137" y="1655763"/>
            <a:ext cx="7700963" cy="3937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/>
              <a:t>Klik for at redigere typografi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634132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</p:sldLayoutIdLst>
  <p:hf hdr="0" ftr="0" dt="0"/>
  <p:txStyles>
    <p:titleStyle>
      <a:lvl1pPr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2pPr>
      <a:lvl3pPr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3pPr>
      <a:lvl4pPr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4pPr>
      <a:lvl5pPr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5pPr>
      <a:lvl6pPr marL="457189"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6pPr>
      <a:lvl7pPr marL="914378"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7pPr>
      <a:lvl8pPr marL="1371566"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8pPr>
      <a:lvl9pPr marL="1828754"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9pPr>
    </p:titleStyle>
    <p:bodyStyle>
      <a:lvl1pPr marL="268281" indent="-268281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  <a:ea typeface="+mn-ea"/>
          <a:cs typeface="+mn-cs"/>
        </a:defRPr>
      </a:lvl1pPr>
      <a:lvl2pPr marL="552437" indent="-282568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2pPr>
      <a:lvl3pPr marL="831830" indent="-277806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3pPr>
      <a:lvl4pPr marL="1111223" indent="-277806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4pPr>
      <a:lvl5pPr marL="1384265" indent="-271457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5pPr>
      <a:lvl6pPr marL="1841454" indent="-271457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6pPr>
      <a:lvl7pPr marL="2298643" indent="-271457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7pPr>
      <a:lvl8pPr marL="2755831" indent="-271457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8pPr>
      <a:lvl9pPr marL="3213020" indent="-271457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9pPr>
    </p:bodyStyle>
    <p:otherStyle>
      <a:defPPr>
        <a:defRPr lang="da-DK"/>
      </a:defPPr>
      <a:lvl1pPr marL="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8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2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4" Type="http://schemas.openxmlformats.org/officeDocument/2006/relationships/image" Target="../media/image2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Relationship Id="rId4" Type="http://schemas.openxmlformats.org/officeDocument/2006/relationships/image" Target="../media/image2.emf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Relationship Id="rId4" Type="http://schemas.openxmlformats.org/officeDocument/2006/relationships/image" Target="../media/image3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4" Type="http://schemas.openxmlformats.org/officeDocument/2006/relationships/image" Target="../media/image3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Relationship Id="rId4" Type="http://schemas.openxmlformats.org/officeDocument/2006/relationships/image" Target="../media/image2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4" Type="http://schemas.openxmlformats.org/officeDocument/2006/relationships/image" Target="../media/image2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4" Type="http://schemas.openxmlformats.org/officeDocument/2006/relationships/image" Target="../media/image2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4" Type="http://schemas.openxmlformats.org/officeDocument/2006/relationships/image" Target="../media/image3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Relationship Id="rId4" Type="http://schemas.openxmlformats.org/officeDocument/2006/relationships/image" Target="../media/image3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4" Type="http://schemas.openxmlformats.org/officeDocument/2006/relationships/image" Target="../media/image3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Relationship Id="rId4" Type="http://schemas.openxmlformats.org/officeDocument/2006/relationships/image" Target="../media/image3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Relationship Id="rId4" Type="http://schemas.openxmlformats.org/officeDocument/2006/relationships/image" Target="../media/image3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Relationship Id="rId4" Type="http://schemas.openxmlformats.org/officeDocument/2006/relationships/image" Target="../media/image3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Relationship Id="rId4" Type="http://schemas.openxmlformats.org/officeDocument/2006/relationships/image" Target="../media/image3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15.bin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16.bin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17.bin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18.bin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Relationship Id="rId4" Type="http://schemas.openxmlformats.org/officeDocument/2006/relationships/image" Target="../media/image2.em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1.xml"/><Relationship Id="rId4" Type="http://schemas.openxmlformats.org/officeDocument/2006/relationships/image" Target="../media/image2.em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2.xml"/><Relationship Id="rId4" Type="http://schemas.openxmlformats.org/officeDocument/2006/relationships/image" Target="../media/image2.e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3.xml"/><Relationship Id="rId4" Type="http://schemas.openxmlformats.org/officeDocument/2006/relationships/image" Target="../media/image2.emf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.xml"/><Relationship Id="rId4" Type="http://schemas.openxmlformats.org/officeDocument/2006/relationships/image" Target="../media/image2.emf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Relationship Id="rId4" Type="http://schemas.openxmlformats.org/officeDocument/2006/relationships/image" Target="../media/image2.emf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6.xml"/><Relationship Id="rId4" Type="http://schemas.openxmlformats.org/officeDocument/2006/relationships/image" Target="../media/image3.emf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6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7.xml"/><Relationship Id="rId4" Type="http://schemas.openxmlformats.org/officeDocument/2006/relationships/image" Target="../media/image3.emf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7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8.xml"/><Relationship Id="rId4" Type="http://schemas.openxmlformats.org/officeDocument/2006/relationships/image" Target="../media/image2.emf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8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9.xml"/><Relationship Id="rId4" Type="http://schemas.openxmlformats.org/officeDocument/2006/relationships/image" Target="../media/image2.emf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9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30.xml"/><Relationship Id="rId4" Type="http://schemas.openxmlformats.org/officeDocument/2006/relationships/image" Target="../media/image2.emf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0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31.xml"/><Relationship Id="rId4" Type="http://schemas.openxmlformats.org/officeDocument/2006/relationships/image" Target="../media/image2.emf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1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32.xml"/><Relationship Id="rId4" Type="http://schemas.openxmlformats.org/officeDocument/2006/relationships/image" Target="../media/image2.emf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2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33.xml"/><Relationship Id="rId4" Type="http://schemas.openxmlformats.org/officeDocument/2006/relationships/image" Target="../media/image2.emf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5.xml"/><Relationship Id="rId1" Type="http://schemas.openxmlformats.org/officeDocument/2006/relationships/tags" Target="../tags/tag34.x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33.bin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34.bin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9.xml"/><Relationship Id="rId1" Type="http://schemas.openxmlformats.org/officeDocument/2006/relationships/tags" Target="../tags/tag38.x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35.bin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36.bin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tags" Target="../tags/tag49.xml"/><Relationship Id="rId13" Type="http://schemas.openxmlformats.org/officeDocument/2006/relationships/tags" Target="../tags/tag54.xml"/><Relationship Id="rId18" Type="http://schemas.openxmlformats.org/officeDocument/2006/relationships/tags" Target="../tags/tag59.xml"/><Relationship Id="rId3" Type="http://schemas.openxmlformats.org/officeDocument/2006/relationships/tags" Target="../tags/tag44.xml"/><Relationship Id="rId21" Type="http://schemas.openxmlformats.org/officeDocument/2006/relationships/image" Target="../media/image3.emf"/><Relationship Id="rId7" Type="http://schemas.openxmlformats.org/officeDocument/2006/relationships/tags" Target="../tags/tag48.xml"/><Relationship Id="rId12" Type="http://schemas.openxmlformats.org/officeDocument/2006/relationships/tags" Target="../tags/tag53.xml"/><Relationship Id="rId17" Type="http://schemas.openxmlformats.org/officeDocument/2006/relationships/tags" Target="../tags/tag58.xml"/><Relationship Id="rId25" Type="http://schemas.openxmlformats.org/officeDocument/2006/relationships/image" Target="../media/image9.emf"/><Relationship Id="rId2" Type="http://schemas.openxmlformats.org/officeDocument/2006/relationships/tags" Target="../tags/tag43.xml"/><Relationship Id="rId16" Type="http://schemas.openxmlformats.org/officeDocument/2006/relationships/tags" Target="../tags/tag57.xml"/><Relationship Id="rId20" Type="http://schemas.openxmlformats.org/officeDocument/2006/relationships/oleObject" Target="../embeddings/oleObject37.bin"/><Relationship Id="rId1" Type="http://schemas.openxmlformats.org/officeDocument/2006/relationships/tags" Target="../tags/tag42.xml"/><Relationship Id="rId6" Type="http://schemas.openxmlformats.org/officeDocument/2006/relationships/tags" Target="../tags/tag47.xml"/><Relationship Id="rId11" Type="http://schemas.openxmlformats.org/officeDocument/2006/relationships/tags" Target="../tags/tag52.xml"/><Relationship Id="rId24" Type="http://schemas.openxmlformats.org/officeDocument/2006/relationships/oleObject" Target="../embeddings/oleObject39.bin"/><Relationship Id="rId5" Type="http://schemas.openxmlformats.org/officeDocument/2006/relationships/tags" Target="../tags/tag46.xml"/><Relationship Id="rId15" Type="http://schemas.openxmlformats.org/officeDocument/2006/relationships/tags" Target="../tags/tag56.xml"/><Relationship Id="rId23" Type="http://schemas.openxmlformats.org/officeDocument/2006/relationships/image" Target="../media/image8.emf"/><Relationship Id="rId10" Type="http://schemas.openxmlformats.org/officeDocument/2006/relationships/tags" Target="../tags/tag51.xml"/><Relationship Id="rId19" Type="http://schemas.openxmlformats.org/officeDocument/2006/relationships/slideLayout" Target="../slideLayouts/slideLayout2.xml"/><Relationship Id="rId4" Type="http://schemas.openxmlformats.org/officeDocument/2006/relationships/tags" Target="../tags/tag45.xml"/><Relationship Id="rId9" Type="http://schemas.openxmlformats.org/officeDocument/2006/relationships/tags" Target="../tags/tag50.xml"/><Relationship Id="rId14" Type="http://schemas.openxmlformats.org/officeDocument/2006/relationships/tags" Target="../tags/tag55.xml"/><Relationship Id="rId22" Type="http://schemas.openxmlformats.org/officeDocument/2006/relationships/oleObject" Target="../embeddings/oleObject38.bin"/></Relationships>
</file>

<file path=ppt/slides/_rels/slide97.xml.rels><?xml version="1.0" encoding="UTF-8" standalone="yes"?>
<Relationships xmlns="http://schemas.openxmlformats.org/package/2006/relationships"><Relationship Id="rId13" Type="http://schemas.openxmlformats.org/officeDocument/2006/relationships/tags" Target="../tags/tag72.xml"/><Relationship Id="rId18" Type="http://schemas.openxmlformats.org/officeDocument/2006/relationships/tags" Target="../tags/tag77.xml"/><Relationship Id="rId26" Type="http://schemas.openxmlformats.org/officeDocument/2006/relationships/tags" Target="../tags/tag85.xml"/><Relationship Id="rId3" Type="http://schemas.openxmlformats.org/officeDocument/2006/relationships/tags" Target="../tags/tag62.xml"/><Relationship Id="rId21" Type="http://schemas.openxmlformats.org/officeDocument/2006/relationships/tags" Target="../tags/tag80.xml"/><Relationship Id="rId34" Type="http://schemas.openxmlformats.org/officeDocument/2006/relationships/oleObject" Target="../embeddings/oleObject43.bin"/><Relationship Id="rId7" Type="http://schemas.openxmlformats.org/officeDocument/2006/relationships/tags" Target="../tags/tag66.xml"/><Relationship Id="rId12" Type="http://schemas.openxmlformats.org/officeDocument/2006/relationships/tags" Target="../tags/tag71.xml"/><Relationship Id="rId17" Type="http://schemas.openxmlformats.org/officeDocument/2006/relationships/tags" Target="../tags/tag76.xml"/><Relationship Id="rId25" Type="http://schemas.openxmlformats.org/officeDocument/2006/relationships/tags" Target="../tags/tag84.xml"/><Relationship Id="rId33" Type="http://schemas.openxmlformats.org/officeDocument/2006/relationships/image" Target="../media/image11.emf"/><Relationship Id="rId2" Type="http://schemas.openxmlformats.org/officeDocument/2006/relationships/tags" Target="../tags/tag61.xml"/><Relationship Id="rId16" Type="http://schemas.openxmlformats.org/officeDocument/2006/relationships/tags" Target="../tags/tag75.xml"/><Relationship Id="rId20" Type="http://schemas.openxmlformats.org/officeDocument/2006/relationships/tags" Target="../tags/tag79.xml"/><Relationship Id="rId29" Type="http://schemas.openxmlformats.org/officeDocument/2006/relationships/image" Target="../media/image3.emf"/><Relationship Id="rId1" Type="http://schemas.openxmlformats.org/officeDocument/2006/relationships/tags" Target="../tags/tag60.xml"/><Relationship Id="rId6" Type="http://schemas.openxmlformats.org/officeDocument/2006/relationships/tags" Target="../tags/tag65.xml"/><Relationship Id="rId11" Type="http://schemas.openxmlformats.org/officeDocument/2006/relationships/tags" Target="../tags/tag70.xml"/><Relationship Id="rId24" Type="http://schemas.openxmlformats.org/officeDocument/2006/relationships/tags" Target="../tags/tag83.xml"/><Relationship Id="rId32" Type="http://schemas.openxmlformats.org/officeDocument/2006/relationships/oleObject" Target="../embeddings/oleObject42.bin"/><Relationship Id="rId5" Type="http://schemas.openxmlformats.org/officeDocument/2006/relationships/tags" Target="../tags/tag64.xml"/><Relationship Id="rId15" Type="http://schemas.openxmlformats.org/officeDocument/2006/relationships/tags" Target="../tags/tag74.xml"/><Relationship Id="rId23" Type="http://schemas.openxmlformats.org/officeDocument/2006/relationships/tags" Target="../tags/tag82.xml"/><Relationship Id="rId28" Type="http://schemas.openxmlformats.org/officeDocument/2006/relationships/oleObject" Target="../embeddings/oleObject40.bin"/><Relationship Id="rId10" Type="http://schemas.openxmlformats.org/officeDocument/2006/relationships/tags" Target="../tags/tag69.xml"/><Relationship Id="rId19" Type="http://schemas.openxmlformats.org/officeDocument/2006/relationships/tags" Target="../tags/tag78.xml"/><Relationship Id="rId31" Type="http://schemas.openxmlformats.org/officeDocument/2006/relationships/image" Target="../media/image10.emf"/><Relationship Id="rId4" Type="http://schemas.openxmlformats.org/officeDocument/2006/relationships/tags" Target="../tags/tag63.xml"/><Relationship Id="rId9" Type="http://schemas.openxmlformats.org/officeDocument/2006/relationships/tags" Target="../tags/tag68.xml"/><Relationship Id="rId14" Type="http://schemas.openxmlformats.org/officeDocument/2006/relationships/tags" Target="../tags/tag73.xml"/><Relationship Id="rId22" Type="http://schemas.openxmlformats.org/officeDocument/2006/relationships/tags" Target="../tags/tag81.xml"/><Relationship Id="rId27" Type="http://schemas.openxmlformats.org/officeDocument/2006/relationships/slideLayout" Target="../slideLayouts/slideLayout2.xml"/><Relationship Id="rId30" Type="http://schemas.openxmlformats.org/officeDocument/2006/relationships/oleObject" Target="../embeddings/oleObject41.bin"/><Relationship Id="rId35" Type="http://schemas.openxmlformats.org/officeDocument/2006/relationships/image" Target="../media/image12.emf"/><Relationship Id="rId8" Type="http://schemas.openxmlformats.org/officeDocument/2006/relationships/tags" Target="../tags/tag67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7.xml"/><Relationship Id="rId1" Type="http://schemas.openxmlformats.org/officeDocument/2006/relationships/tags" Target="../tags/tag86.x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44.bin"/></Relationships>
</file>

<file path=ppt/slides/_rels/slide99.xml.rels><?xml version="1.0" encoding="UTF-8" standalone="yes"?>
<Relationships xmlns="http://schemas.openxmlformats.org/package/2006/relationships"><Relationship Id="rId8" Type="http://schemas.openxmlformats.org/officeDocument/2006/relationships/tags" Target="../tags/tag95.xml"/><Relationship Id="rId13" Type="http://schemas.openxmlformats.org/officeDocument/2006/relationships/image" Target="../media/image3.emf"/><Relationship Id="rId3" Type="http://schemas.openxmlformats.org/officeDocument/2006/relationships/tags" Target="../tags/tag90.xml"/><Relationship Id="rId7" Type="http://schemas.openxmlformats.org/officeDocument/2006/relationships/tags" Target="../tags/tag94.xml"/><Relationship Id="rId12" Type="http://schemas.openxmlformats.org/officeDocument/2006/relationships/oleObject" Target="../embeddings/oleObject45.bin"/><Relationship Id="rId2" Type="http://schemas.openxmlformats.org/officeDocument/2006/relationships/tags" Target="../tags/tag89.xml"/><Relationship Id="rId1" Type="http://schemas.openxmlformats.org/officeDocument/2006/relationships/tags" Target="../tags/tag88.xml"/><Relationship Id="rId6" Type="http://schemas.openxmlformats.org/officeDocument/2006/relationships/tags" Target="../tags/tag93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92.xml"/><Relationship Id="rId15" Type="http://schemas.openxmlformats.org/officeDocument/2006/relationships/image" Target="../media/image13.emf"/><Relationship Id="rId10" Type="http://schemas.openxmlformats.org/officeDocument/2006/relationships/tags" Target="../tags/tag97.xml"/><Relationship Id="rId4" Type="http://schemas.openxmlformats.org/officeDocument/2006/relationships/tags" Target="../tags/tag91.xml"/><Relationship Id="rId9" Type="http://schemas.openxmlformats.org/officeDocument/2006/relationships/tags" Target="../tags/tag96.xml"/><Relationship Id="rId14" Type="http://schemas.openxmlformats.org/officeDocument/2006/relationships/oleObject" Target="../embeddings/oleObject46.bin"/></Relationships>
</file>

<file path=ppt/slides/_rels/slide100.xml.rels><?xml version="1.0" encoding="UTF-8" standalone="yes"?>
<Relationships xmlns="http://schemas.openxmlformats.org/package/2006/relationships"><Relationship Id="rId8" Type="http://schemas.openxmlformats.org/officeDocument/2006/relationships/tags" Target="../tags/tag105.xml"/><Relationship Id="rId13" Type="http://schemas.openxmlformats.org/officeDocument/2006/relationships/image" Target="../media/image3.emf"/><Relationship Id="rId3" Type="http://schemas.openxmlformats.org/officeDocument/2006/relationships/tags" Target="../tags/tag100.xml"/><Relationship Id="rId7" Type="http://schemas.openxmlformats.org/officeDocument/2006/relationships/tags" Target="../tags/tag104.xml"/><Relationship Id="rId12" Type="http://schemas.openxmlformats.org/officeDocument/2006/relationships/oleObject" Target="../embeddings/oleObject47.bin"/><Relationship Id="rId2" Type="http://schemas.openxmlformats.org/officeDocument/2006/relationships/tags" Target="../tags/tag99.xml"/><Relationship Id="rId1" Type="http://schemas.openxmlformats.org/officeDocument/2006/relationships/tags" Target="../tags/tag98.xml"/><Relationship Id="rId6" Type="http://schemas.openxmlformats.org/officeDocument/2006/relationships/tags" Target="../tags/tag103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102.xml"/><Relationship Id="rId15" Type="http://schemas.openxmlformats.org/officeDocument/2006/relationships/image" Target="../media/image14.emf"/><Relationship Id="rId10" Type="http://schemas.openxmlformats.org/officeDocument/2006/relationships/tags" Target="../tags/tag107.xml"/><Relationship Id="rId4" Type="http://schemas.openxmlformats.org/officeDocument/2006/relationships/tags" Target="../tags/tag101.xml"/><Relationship Id="rId9" Type="http://schemas.openxmlformats.org/officeDocument/2006/relationships/tags" Target="../tags/tag106.xml"/><Relationship Id="rId14" Type="http://schemas.openxmlformats.org/officeDocument/2006/relationships/oleObject" Target="../embeddings/oleObject48.bin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emf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13" Type="http://schemas.openxmlformats.org/officeDocument/2006/relationships/tags" Target="../tags/tag120.xml"/><Relationship Id="rId18" Type="http://schemas.openxmlformats.org/officeDocument/2006/relationships/tags" Target="../tags/tag125.xml"/><Relationship Id="rId26" Type="http://schemas.openxmlformats.org/officeDocument/2006/relationships/tags" Target="../tags/tag133.xml"/><Relationship Id="rId39" Type="http://schemas.openxmlformats.org/officeDocument/2006/relationships/tags" Target="../tags/tag146.xml"/><Relationship Id="rId21" Type="http://schemas.openxmlformats.org/officeDocument/2006/relationships/tags" Target="../tags/tag128.xml"/><Relationship Id="rId34" Type="http://schemas.openxmlformats.org/officeDocument/2006/relationships/tags" Target="../tags/tag141.xml"/><Relationship Id="rId42" Type="http://schemas.openxmlformats.org/officeDocument/2006/relationships/slideLayout" Target="../slideLayouts/slideLayout3.xml"/><Relationship Id="rId7" Type="http://schemas.openxmlformats.org/officeDocument/2006/relationships/tags" Target="../tags/tag114.xml"/><Relationship Id="rId2" Type="http://schemas.openxmlformats.org/officeDocument/2006/relationships/tags" Target="../tags/tag109.xml"/><Relationship Id="rId16" Type="http://schemas.openxmlformats.org/officeDocument/2006/relationships/tags" Target="../tags/tag123.xml"/><Relationship Id="rId20" Type="http://schemas.openxmlformats.org/officeDocument/2006/relationships/tags" Target="../tags/tag127.xml"/><Relationship Id="rId29" Type="http://schemas.openxmlformats.org/officeDocument/2006/relationships/tags" Target="../tags/tag136.xml"/><Relationship Id="rId41" Type="http://schemas.openxmlformats.org/officeDocument/2006/relationships/tags" Target="../tags/tag148.xml"/><Relationship Id="rId1" Type="http://schemas.openxmlformats.org/officeDocument/2006/relationships/tags" Target="../tags/tag108.xml"/><Relationship Id="rId6" Type="http://schemas.openxmlformats.org/officeDocument/2006/relationships/tags" Target="../tags/tag113.xml"/><Relationship Id="rId11" Type="http://schemas.openxmlformats.org/officeDocument/2006/relationships/tags" Target="../tags/tag118.xml"/><Relationship Id="rId24" Type="http://schemas.openxmlformats.org/officeDocument/2006/relationships/tags" Target="../tags/tag131.xml"/><Relationship Id="rId32" Type="http://schemas.openxmlformats.org/officeDocument/2006/relationships/tags" Target="../tags/tag139.xml"/><Relationship Id="rId37" Type="http://schemas.openxmlformats.org/officeDocument/2006/relationships/tags" Target="../tags/tag144.xml"/><Relationship Id="rId40" Type="http://schemas.openxmlformats.org/officeDocument/2006/relationships/tags" Target="../tags/tag147.xml"/><Relationship Id="rId5" Type="http://schemas.openxmlformats.org/officeDocument/2006/relationships/tags" Target="../tags/tag112.xml"/><Relationship Id="rId15" Type="http://schemas.openxmlformats.org/officeDocument/2006/relationships/tags" Target="../tags/tag122.xml"/><Relationship Id="rId23" Type="http://schemas.openxmlformats.org/officeDocument/2006/relationships/tags" Target="../tags/tag130.xml"/><Relationship Id="rId28" Type="http://schemas.openxmlformats.org/officeDocument/2006/relationships/tags" Target="../tags/tag135.xml"/><Relationship Id="rId36" Type="http://schemas.openxmlformats.org/officeDocument/2006/relationships/tags" Target="../tags/tag143.xml"/><Relationship Id="rId10" Type="http://schemas.openxmlformats.org/officeDocument/2006/relationships/tags" Target="../tags/tag117.xml"/><Relationship Id="rId19" Type="http://schemas.openxmlformats.org/officeDocument/2006/relationships/tags" Target="../tags/tag126.xml"/><Relationship Id="rId31" Type="http://schemas.openxmlformats.org/officeDocument/2006/relationships/tags" Target="../tags/tag138.xml"/><Relationship Id="rId4" Type="http://schemas.openxmlformats.org/officeDocument/2006/relationships/tags" Target="../tags/tag111.xml"/><Relationship Id="rId9" Type="http://schemas.openxmlformats.org/officeDocument/2006/relationships/tags" Target="../tags/tag116.xml"/><Relationship Id="rId14" Type="http://schemas.openxmlformats.org/officeDocument/2006/relationships/tags" Target="../tags/tag121.xml"/><Relationship Id="rId22" Type="http://schemas.openxmlformats.org/officeDocument/2006/relationships/tags" Target="../tags/tag129.xml"/><Relationship Id="rId27" Type="http://schemas.openxmlformats.org/officeDocument/2006/relationships/tags" Target="../tags/tag134.xml"/><Relationship Id="rId30" Type="http://schemas.openxmlformats.org/officeDocument/2006/relationships/tags" Target="../tags/tag137.xml"/><Relationship Id="rId35" Type="http://schemas.openxmlformats.org/officeDocument/2006/relationships/tags" Target="../tags/tag142.xml"/><Relationship Id="rId43" Type="http://schemas.openxmlformats.org/officeDocument/2006/relationships/chart" Target="../charts/chart1.xml"/><Relationship Id="rId8" Type="http://schemas.openxmlformats.org/officeDocument/2006/relationships/tags" Target="../tags/tag115.xml"/><Relationship Id="rId3" Type="http://schemas.openxmlformats.org/officeDocument/2006/relationships/tags" Target="../tags/tag110.xml"/><Relationship Id="rId12" Type="http://schemas.openxmlformats.org/officeDocument/2006/relationships/tags" Target="../tags/tag119.xml"/><Relationship Id="rId17" Type="http://schemas.openxmlformats.org/officeDocument/2006/relationships/tags" Target="../tags/tag124.xml"/><Relationship Id="rId25" Type="http://schemas.openxmlformats.org/officeDocument/2006/relationships/tags" Target="../tags/tag132.xml"/><Relationship Id="rId33" Type="http://schemas.openxmlformats.org/officeDocument/2006/relationships/tags" Target="../tags/tag140.xml"/><Relationship Id="rId38" Type="http://schemas.openxmlformats.org/officeDocument/2006/relationships/tags" Target="../tags/tag1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Hvide kasser</a:t>
            </a:r>
          </a:p>
        </p:txBody>
      </p:sp>
      <p:sp>
        <p:nvSpPr>
          <p:cNvPr id="5" name="Undertitel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>
          <a:xfrm>
            <a:off x="6979135" y="6710642"/>
            <a:ext cx="2133600" cy="139700"/>
          </a:xfrm>
        </p:spPr>
        <p:txBody>
          <a:bodyPr/>
          <a:lstStyle/>
          <a:p>
            <a:fld id="{A9ABB7CC-1652-4545-8F10-899A40A8313E}" type="slidenum">
              <a:rPr lang="da-DK" noProof="0" smtClean="0"/>
              <a:pPr/>
              <a:t>1</a:t>
            </a:fld>
            <a:endParaRPr lang="da-DK" noProof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1 stor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1556792"/>
            <a:ext cx="7704856" cy="446449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da-DK" sz="19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cxnSp>
        <p:nvCxnSpPr>
          <p:cNvPr id="8" name="Lige forbindelse 7"/>
          <p:cNvCxnSpPr/>
          <p:nvPr/>
        </p:nvCxnSpPr>
        <p:spPr bwMode="auto">
          <a:xfrm>
            <a:off x="899592" y="2132856"/>
            <a:ext cx="7344816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10"/>
          <p:cNvSpPr/>
          <p:nvPr/>
        </p:nvSpPr>
        <p:spPr bwMode="auto">
          <a:xfrm>
            <a:off x="899592" y="1556792"/>
            <a:ext cx="7344816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12" name="Tekstboks 11"/>
          <p:cNvSpPr txBox="1"/>
          <p:nvPr/>
        </p:nvSpPr>
        <p:spPr>
          <a:xfrm>
            <a:off x="899592" y="5867400"/>
            <a:ext cx="7200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sp>
        <p:nvSpPr>
          <p:cNvPr id="13" name="Rektangel 12"/>
          <p:cNvSpPr/>
          <p:nvPr/>
        </p:nvSpPr>
        <p:spPr bwMode="auto">
          <a:xfrm>
            <a:off x="899592" y="2276872"/>
            <a:ext cx="7344816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[ Text ]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84751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1 stor med checkliste på 4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1556792"/>
            <a:ext cx="7704856" cy="446449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da-DK" sz="19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cxnSp>
        <p:nvCxnSpPr>
          <p:cNvPr id="8" name="Lige forbindelse 7"/>
          <p:cNvCxnSpPr/>
          <p:nvPr/>
        </p:nvCxnSpPr>
        <p:spPr bwMode="auto">
          <a:xfrm>
            <a:off x="899592" y="2132856"/>
            <a:ext cx="7344816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10"/>
          <p:cNvSpPr/>
          <p:nvPr/>
        </p:nvSpPr>
        <p:spPr bwMode="auto">
          <a:xfrm>
            <a:off x="899592" y="1556792"/>
            <a:ext cx="7344816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12" name="Tekstboks 11"/>
          <p:cNvSpPr txBox="1"/>
          <p:nvPr/>
        </p:nvSpPr>
        <p:spPr>
          <a:xfrm>
            <a:off x="899592" y="5867400"/>
            <a:ext cx="7200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teksten ud for de enkelte flueben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Fjern eventuel et eller flere flueben (det er en tekst der skal slettes)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bruges skal det slettes</a:t>
                </a: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7" name="Gruppe 5"/>
          <p:cNvGrpSpPr/>
          <p:nvPr/>
        </p:nvGrpSpPr>
        <p:grpSpPr>
          <a:xfrm>
            <a:off x="957732" y="2264088"/>
            <a:ext cx="7271868" cy="660856"/>
            <a:chOff x="957732" y="2204126"/>
            <a:chExt cx="7271868" cy="660856"/>
          </a:xfrm>
        </p:grpSpPr>
        <p:sp>
          <p:nvSpPr>
            <p:cNvPr id="36" name="Rectangle 28"/>
            <p:cNvSpPr>
              <a:spLocks noChangeArrowheads="1"/>
            </p:cNvSpPr>
            <p:nvPr/>
          </p:nvSpPr>
          <p:spPr bwMode="auto">
            <a:xfrm>
              <a:off x="957732" y="2204126"/>
              <a:ext cx="660895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53" name="Rectangle 28"/>
            <p:cNvSpPr>
              <a:spLocks noChangeArrowheads="1"/>
            </p:cNvSpPr>
            <p:nvPr/>
          </p:nvSpPr>
          <p:spPr bwMode="auto">
            <a:xfrm>
              <a:off x="1908594" y="2204126"/>
              <a:ext cx="6321006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en-US" dirty="0">
                  <a:solidFill>
                    <a:srgbClr val="000000"/>
                  </a:solidFill>
                </a:rPr>
                <a:t>[ Text, up to two lines long ]</a:t>
              </a:r>
              <a:endParaRPr lang="da-DK" dirty="0">
                <a:solidFill>
                  <a:srgbClr val="000000"/>
                </a:solidFill>
              </a:endParaRPr>
            </a:p>
          </p:txBody>
        </p:sp>
      </p:grpSp>
      <p:grpSp>
        <p:nvGrpSpPr>
          <p:cNvPr id="9" name="Gruppe 53"/>
          <p:cNvGrpSpPr/>
          <p:nvPr/>
        </p:nvGrpSpPr>
        <p:grpSpPr>
          <a:xfrm>
            <a:off x="957732" y="3204453"/>
            <a:ext cx="7271868" cy="660856"/>
            <a:chOff x="957732" y="2204126"/>
            <a:chExt cx="7271868" cy="660856"/>
          </a:xfrm>
        </p:grpSpPr>
        <p:sp>
          <p:nvSpPr>
            <p:cNvPr id="55" name="Rectangle 28"/>
            <p:cNvSpPr>
              <a:spLocks noChangeArrowheads="1"/>
            </p:cNvSpPr>
            <p:nvPr/>
          </p:nvSpPr>
          <p:spPr bwMode="auto">
            <a:xfrm>
              <a:off x="957732" y="2204126"/>
              <a:ext cx="660895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56" name="Rectangle 28"/>
            <p:cNvSpPr>
              <a:spLocks noChangeArrowheads="1"/>
            </p:cNvSpPr>
            <p:nvPr/>
          </p:nvSpPr>
          <p:spPr bwMode="auto">
            <a:xfrm>
              <a:off x="1908594" y="2204126"/>
              <a:ext cx="6321006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en-US" dirty="0">
                  <a:solidFill>
                    <a:srgbClr val="000000"/>
                  </a:solidFill>
                </a:rPr>
                <a:t>[ Text, up to two lines long ]</a:t>
              </a:r>
            </a:p>
          </p:txBody>
        </p:sp>
      </p:grpSp>
      <p:grpSp>
        <p:nvGrpSpPr>
          <p:cNvPr id="10" name="Gruppe 56"/>
          <p:cNvGrpSpPr/>
          <p:nvPr/>
        </p:nvGrpSpPr>
        <p:grpSpPr>
          <a:xfrm>
            <a:off x="957732" y="4144818"/>
            <a:ext cx="7271868" cy="660856"/>
            <a:chOff x="957732" y="2204126"/>
            <a:chExt cx="7271868" cy="660856"/>
          </a:xfrm>
        </p:grpSpPr>
        <p:sp>
          <p:nvSpPr>
            <p:cNvPr id="58" name="Rectangle 28"/>
            <p:cNvSpPr>
              <a:spLocks noChangeArrowheads="1"/>
            </p:cNvSpPr>
            <p:nvPr/>
          </p:nvSpPr>
          <p:spPr bwMode="auto">
            <a:xfrm>
              <a:off x="957732" y="2204126"/>
              <a:ext cx="660895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59" name="Rectangle 28"/>
            <p:cNvSpPr>
              <a:spLocks noChangeArrowheads="1"/>
            </p:cNvSpPr>
            <p:nvPr/>
          </p:nvSpPr>
          <p:spPr bwMode="auto">
            <a:xfrm>
              <a:off x="1908594" y="2204126"/>
              <a:ext cx="6321006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en-US" dirty="0">
                  <a:solidFill>
                    <a:srgbClr val="000000"/>
                  </a:solidFill>
                </a:rPr>
                <a:t>[ Text, up to two lines long ]</a:t>
              </a:r>
            </a:p>
          </p:txBody>
        </p:sp>
      </p:grpSp>
      <p:grpSp>
        <p:nvGrpSpPr>
          <p:cNvPr id="13" name="Gruppe 59"/>
          <p:cNvGrpSpPr/>
          <p:nvPr/>
        </p:nvGrpSpPr>
        <p:grpSpPr>
          <a:xfrm>
            <a:off x="957732" y="5085184"/>
            <a:ext cx="7271868" cy="660856"/>
            <a:chOff x="957732" y="2204126"/>
            <a:chExt cx="7271868" cy="660856"/>
          </a:xfrm>
        </p:grpSpPr>
        <p:sp>
          <p:nvSpPr>
            <p:cNvPr id="61" name="Rectangle 28"/>
            <p:cNvSpPr>
              <a:spLocks noChangeArrowheads="1"/>
            </p:cNvSpPr>
            <p:nvPr/>
          </p:nvSpPr>
          <p:spPr bwMode="auto">
            <a:xfrm>
              <a:off x="957732" y="2204126"/>
              <a:ext cx="660895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62" name="Rectangle 28"/>
            <p:cNvSpPr>
              <a:spLocks noChangeArrowheads="1"/>
            </p:cNvSpPr>
            <p:nvPr/>
          </p:nvSpPr>
          <p:spPr bwMode="auto">
            <a:xfrm>
              <a:off x="1908594" y="2204126"/>
              <a:ext cx="6321006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en-US" dirty="0">
                  <a:solidFill>
                    <a:srgbClr val="000000"/>
                  </a:solidFill>
                </a:rPr>
                <a:t>[ Text, up to two lines long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1777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 uden skygge til citater, 1 stor med tre citater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smtClean="0">
                <a:solidFill>
                  <a:srgbClr val="000000"/>
                </a:solidFill>
              </a:rPr>
              <a:pPr/>
              <a:t>4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5" name="Rektangel 4"/>
          <p:cNvSpPr/>
          <p:nvPr/>
        </p:nvSpPr>
        <p:spPr bwMode="auto">
          <a:xfrm>
            <a:off x="755576" y="1700808"/>
            <a:ext cx="7704856" cy="43204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/>
          </a:p>
        </p:txBody>
      </p:sp>
      <p:sp>
        <p:nvSpPr>
          <p:cNvPr id="12" name="Tekstboks 11"/>
          <p:cNvSpPr txBox="1"/>
          <p:nvPr/>
        </p:nvSpPr>
        <p:spPr>
          <a:xfrm>
            <a:off x="827584" y="5867400"/>
            <a:ext cx="7200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>
                <a:solidFill>
                  <a:srgbClr val="000000"/>
                </a:solidFill>
              </a:rPr>
              <a:t>Note: [ Add a note ]</a:t>
            </a:r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indent="-457200">
                  <a:buFontTx/>
                  <a:buAutoNum type="arabicParenR"/>
                </a:pPr>
                <a:r>
                  <a:rPr lang="da-DK" sz="1600" dirty="0">
                    <a:solidFill>
                      <a:srgbClr val="000000"/>
                    </a:solidFill>
                  </a:rPr>
                  <a:t>Udfyld overskriften for siden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>
                    <a:solidFill>
                      <a:srgbClr val="000000"/>
                    </a:solidFill>
                  </a:rPr>
                  <a:t>Udfyld taleboblerne med passende korte citater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>
                    <a:solidFill>
                      <a:srgbClr val="000000"/>
                    </a:solidFill>
                  </a:rPr>
                  <a:t>Udfyld kasserne med de længere citater og kilder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>
                    <a:solidFill>
                      <a:srgbClr val="000000"/>
                    </a:solidFill>
                  </a:rPr>
                  <a:t>Hvis ikke notes feltet i bunden skal det slettes. Brug eventuelt dette felt til kilde oplysninger</a:t>
                </a:r>
              </a:p>
              <a:p>
                <a:pPr marL="457200" indent="-457200">
                  <a:buFontTx/>
                  <a:buAutoNum type="arabicParenR"/>
                </a:pPr>
                <a:endParaRPr lang="da-DK" sz="1600" dirty="0">
                  <a:solidFill>
                    <a:srgbClr val="000000"/>
                  </a:solidFill>
                </a:endParaRPr>
              </a:p>
              <a:p>
                <a:pPr marL="457200" indent="-457200">
                  <a:buFontTx/>
                  <a:buAutoNum type="arabicParenR"/>
                </a:pPr>
                <a:endParaRPr lang="da-DK" sz="1600" dirty="0">
                  <a:solidFill>
                    <a:srgbClr val="000000"/>
                  </a:solidFill>
                </a:endParaRPr>
              </a:p>
              <a:p>
                <a:pPr marL="457200" indent="-457200"/>
                <a:endParaRPr lang="da-DK" sz="1600" dirty="0">
                  <a:solidFill>
                    <a:srgbClr val="000000"/>
                  </a:solidFill>
                </a:endParaRP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/>
                <a:r>
                  <a:rPr lang="da-DK" b="1" dirty="0">
                    <a:solidFill>
                      <a:srgbClr val="FFFFFF"/>
                    </a:solidFill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algn="ctr"/>
              <a:r>
                <a:rPr lang="da-DK" b="1" dirty="0">
                  <a:solidFill>
                    <a:srgbClr val="FFFFFF"/>
                  </a:solidFill>
                </a:rPr>
                <a:t>Slet vejledning ved brug</a:t>
              </a:r>
            </a:p>
          </p:txBody>
        </p:sp>
      </p:grpSp>
      <p:pic>
        <p:nvPicPr>
          <p:cNvPr id="22" name="Billede 21" descr="Billede1.png"/>
          <p:cNvPicPr>
            <a:picLocks noChangeAspect="1"/>
          </p:cNvPicPr>
          <p:nvPr/>
        </p:nvPicPr>
        <p:blipFill>
          <a:blip r:embed="rId2" cstate="print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</a:blip>
          <a:srcRect l="41986" t="26335" r="40838" b="60497"/>
          <a:stretch>
            <a:fillRect/>
          </a:stretch>
        </p:blipFill>
        <p:spPr>
          <a:xfrm>
            <a:off x="539552" y="1484784"/>
            <a:ext cx="648072" cy="50405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</p:pic>
      <p:pic>
        <p:nvPicPr>
          <p:cNvPr id="23" name="Billede 22" descr="Billede1.png"/>
          <p:cNvPicPr>
            <a:picLocks noChangeAspect="1"/>
          </p:cNvPicPr>
          <p:nvPr/>
        </p:nvPicPr>
        <p:blipFill>
          <a:blip r:embed="rId2" cstate="print"/>
          <a:srcRect l="41986" t="26335" r="42746" b="60497"/>
          <a:stretch>
            <a:fillRect/>
          </a:stretch>
        </p:blipFill>
        <p:spPr>
          <a:xfrm>
            <a:off x="8100392" y="5733256"/>
            <a:ext cx="576064" cy="50405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</p:pic>
      <p:grpSp>
        <p:nvGrpSpPr>
          <p:cNvPr id="7" name="Gruppe 33"/>
          <p:cNvGrpSpPr/>
          <p:nvPr/>
        </p:nvGrpSpPr>
        <p:grpSpPr>
          <a:xfrm>
            <a:off x="1187624" y="1988840"/>
            <a:ext cx="6984776" cy="1080120"/>
            <a:chOff x="1187624" y="1988840"/>
            <a:chExt cx="6840760" cy="1080120"/>
          </a:xfrm>
        </p:grpSpPr>
        <p:sp>
          <p:nvSpPr>
            <p:cNvPr id="24" name="Afrundet rektangel 23"/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30" name="Oval billedforklaring 29"/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[ Text ]</a:t>
              </a:r>
              <a:endParaRPr lang="da-DK" sz="1000" dirty="0">
                <a:solidFill>
                  <a:schemeClr val="tx1"/>
                </a:solidFill>
              </a:endParaRPr>
            </a:p>
          </p:txBody>
        </p:sp>
        <p:sp>
          <p:nvSpPr>
            <p:cNvPr id="33" name="Rektangel 32"/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>
                  <a:solidFill>
                    <a:schemeClr val="bg1"/>
                  </a:solidFill>
                </a:rPr>
                <a:t>Lorem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ipsum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</a:t>
              </a:r>
              <a:r>
                <a:rPr lang="da-DK" sz="1000" i="1" dirty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>
                  <a:solidFill>
                    <a:schemeClr val="bg1"/>
                  </a:solidFill>
                </a:rPr>
                <a:t>amet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consectetur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adipisicing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elit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sed</a:t>
              </a:r>
              <a:r>
                <a:rPr lang="da-DK" sz="1000" i="1" dirty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>
                  <a:solidFill>
                    <a:schemeClr val="bg1"/>
                  </a:solidFill>
                </a:rPr>
                <a:t>eiusmod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tempor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incididunt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labore</a:t>
              </a:r>
              <a:r>
                <a:rPr lang="da-DK" sz="1000" i="1" dirty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dolore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magna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aliqua</a:t>
              </a:r>
              <a:r>
                <a:rPr lang="da-DK" sz="1000" i="1" dirty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enim</a:t>
              </a:r>
              <a:r>
                <a:rPr lang="da-DK" sz="1000" i="1" dirty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>
                  <a:solidFill>
                    <a:schemeClr val="bg1"/>
                  </a:solidFill>
                </a:rPr>
                <a:t>minim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veniam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quis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nostrud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ullamco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nisi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aliquip</a:t>
              </a:r>
              <a:r>
                <a:rPr lang="da-DK" sz="1000" i="1" dirty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>
                  <a:solidFill>
                    <a:schemeClr val="bg1"/>
                  </a:solidFill>
                </a:rPr>
                <a:t>ea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commodo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consequat</a:t>
              </a:r>
              <a:r>
                <a:rPr lang="da-DK" sz="1000" i="1" dirty="0">
                  <a:solidFill>
                    <a:schemeClr val="bg1"/>
                  </a:solidFill>
                </a:rPr>
                <a:t>” </a:t>
              </a:r>
              <a:br>
                <a:rPr lang="da-DK" sz="1000" dirty="0">
                  <a:solidFill>
                    <a:schemeClr val="bg1"/>
                  </a:solidFill>
                </a:rPr>
              </a:br>
              <a:r>
                <a:rPr lang="da-DK" sz="1000" dirty="0">
                  <a:solidFill>
                    <a:schemeClr val="bg1"/>
                  </a:solidFill>
                </a:rPr>
                <a:t>[ Kilde ]</a:t>
              </a:r>
              <a:endParaRPr kumimoji="0" lang="da-DK" sz="1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8" name="Gruppe 34"/>
          <p:cNvGrpSpPr/>
          <p:nvPr/>
        </p:nvGrpSpPr>
        <p:grpSpPr>
          <a:xfrm>
            <a:off x="1187624" y="3284984"/>
            <a:ext cx="6984776" cy="1080120"/>
            <a:chOff x="1187624" y="1988840"/>
            <a:chExt cx="6840760" cy="1080120"/>
          </a:xfrm>
        </p:grpSpPr>
        <p:sp>
          <p:nvSpPr>
            <p:cNvPr id="36" name="Afrundet rektangel 35"/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37" name="Oval billedforklaring 36"/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[ Text ]</a:t>
              </a:r>
              <a:endParaRPr lang="da-DK" sz="1000" dirty="0">
                <a:solidFill>
                  <a:schemeClr val="tx1"/>
                </a:solidFill>
              </a:endParaRPr>
            </a:p>
          </p:txBody>
        </p:sp>
        <p:sp>
          <p:nvSpPr>
            <p:cNvPr id="38" name="Rektangel 37"/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>
                  <a:solidFill>
                    <a:schemeClr val="bg1"/>
                  </a:solidFill>
                </a:rPr>
                <a:t>Lorem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ipsum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</a:t>
              </a:r>
              <a:r>
                <a:rPr lang="da-DK" sz="1000" i="1" dirty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>
                  <a:solidFill>
                    <a:schemeClr val="bg1"/>
                  </a:solidFill>
                </a:rPr>
                <a:t>amet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consectetur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adipisicing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elit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sed</a:t>
              </a:r>
              <a:r>
                <a:rPr lang="da-DK" sz="1000" i="1" dirty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>
                  <a:solidFill>
                    <a:schemeClr val="bg1"/>
                  </a:solidFill>
                </a:rPr>
                <a:t>eiusmod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tempor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incididunt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labore</a:t>
              </a:r>
              <a:r>
                <a:rPr lang="da-DK" sz="1000" i="1" dirty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dolore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magna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aliqua</a:t>
              </a:r>
              <a:r>
                <a:rPr lang="da-DK" sz="1000" i="1" dirty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enim</a:t>
              </a:r>
              <a:r>
                <a:rPr lang="da-DK" sz="1000" i="1" dirty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>
                  <a:solidFill>
                    <a:schemeClr val="bg1"/>
                  </a:solidFill>
                </a:rPr>
                <a:t>minim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veniam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quis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nostrud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ullamco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nisi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aliquip</a:t>
              </a:r>
              <a:r>
                <a:rPr lang="da-DK" sz="1000" i="1" dirty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>
                  <a:solidFill>
                    <a:schemeClr val="bg1"/>
                  </a:solidFill>
                </a:rPr>
                <a:t>ea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commodo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consequat</a:t>
              </a:r>
              <a:r>
                <a:rPr lang="da-DK" sz="1000" i="1" dirty="0">
                  <a:solidFill>
                    <a:schemeClr val="bg1"/>
                  </a:solidFill>
                </a:rPr>
                <a:t>” </a:t>
              </a:r>
              <a:br>
                <a:rPr lang="da-DK" sz="1000" dirty="0">
                  <a:solidFill>
                    <a:schemeClr val="bg1"/>
                  </a:solidFill>
                </a:rPr>
              </a:br>
              <a:r>
                <a:rPr lang="da-DK" sz="1000" dirty="0">
                  <a:solidFill>
                    <a:schemeClr val="bg1"/>
                  </a:solidFill>
                </a:rPr>
                <a:t>[ Kilde ]</a:t>
              </a:r>
              <a:endParaRPr kumimoji="0" lang="da-DK" sz="1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9" name="Gruppe 38"/>
          <p:cNvGrpSpPr/>
          <p:nvPr/>
        </p:nvGrpSpPr>
        <p:grpSpPr>
          <a:xfrm>
            <a:off x="1187624" y="4581128"/>
            <a:ext cx="6984776" cy="1080120"/>
            <a:chOff x="1187624" y="1988840"/>
            <a:chExt cx="6840760" cy="1080120"/>
          </a:xfrm>
        </p:grpSpPr>
        <p:sp>
          <p:nvSpPr>
            <p:cNvPr id="40" name="Afrundet rektangel 39"/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41" name="Oval billedforklaring 40"/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[ Text ]</a:t>
              </a:r>
              <a:endParaRPr lang="da-DK" sz="1000" dirty="0">
                <a:solidFill>
                  <a:schemeClr val="tx1"/>
                </a:solidFill>
              </a:endParaRPr>
            </a:p>
          </p:txBody>
        </p:sp>
        <p:sp>
          <p:nvSpPr>
            <p:cNvPr id="42" name="Rektangel 41"/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>
                  <a:solidFill>
                    <a:schemeClr val="bg1"/>
                  </a:solidFill>
                </a:rPr>
                <a:t>Lorem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ipsum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</a:t>
              </a:r>
              <a:r>
                <a:rPr lang="da-DK" sz="1000" i="1" dirty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>
                  <a:solidFill>
                    <a:schemeClr val="bg1"/>
                  </a:solidFill>
                </a:rPr>
                <a:t>amet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consectetur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adipisicing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elit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sed</a:t>
              </a:r>
              <a:r>
                <a:rPr lang="da-DK" sz="1000" i="1" dirty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>
                  <a:solidFill>
                    <a:schemeClr val="bg1"/>
                  </a:solidFill>
                </a:rPr>
                <a:t>eiusmod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tempor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incididunt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labore</a:t>
              </a:r>
              <a:r>
                <a:rPr lang="da-DK" sz="1000" i="1" dirty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dolore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magna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aliqua</a:t>
              </a:r>
              <a:r>
                <a:rPr lang="da-DK" sz="1000" i="1" dirty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enim</a:t>
              </a:r>
              <a:r>
                <a:rPr lang="da-DK" sz="1000" i="1" dirty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>
                  <a:solidFill>
                    <a:schemeClr val="bg1"/>
                  </a:solidFill>
                </a:rPr>
                <a:t>minim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veniam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quis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nostrud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ullamco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nisi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aliquip</a:t>
              </a:r>
              <a:r>
                <a:rPr lang="da-DK" sz="1000" i="1" dirty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>
                  <a:solidFill>
                    <a:schemeClr val="bg1"/>
                  </a:solidFill>
                </a:rPr>
                <a:t>ea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commodo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consequat</a:t>
              </a:r>
              <a:r>
                <a:rPr lang="da-DK" sz="1000" i="1" dirty="0">
                  <a:solidFill>
                    <a:schemeClr val="bg1"/>
                  </a:solidFill>
                </a:rPr>
                <a:t>” </a:t>
              </a:r>
              <a:br>
                <a:rPr lang="da-DK" sz="1000" dirty="0">
                  <a:solidFill>
                    <a:schemeClr val="bg1"/>
                  </a:solidFill>
                </a:rPr>
              </a:br>
              <a:r>
                <a:rPr lang="da-DK" sz="1000" dirty="0">
                  <a:solidFill>
                    <a:schemeClr val="bg1"/>
                  </a:solidFill>
                </a:rPr>
                <a:t>[ Kilde ]</a:t>
              </a:r>
              <a:endParaRPr kumimoji="0" lang="da-DK" sz="1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847516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2x1 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</a:t>
            </a:fld>
            <a:endParaRPr lang="da-DK" noProof="0"/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10" name="Gruppe 14"/>
          <p:cNvGrpSpPr/>
          <p:nvPr/>
        </p:nvGrpSpPr>
        <p:grpSpPr>
          <a:xfrm>
            <a:off x="4788024" y="1566664"/>
            <a:ext cx="3744416" cy="4464496"/>
            <a:chOff x="755576" y="1556792"/>
            <a:chExt cx="7704856" cy="4464496"/>
          </a:xfrm>
        </p:grpSpPr>
        <p:sp>
          <p:nvSpPr>
            <p:cNvPr id="16" name="Rektangel 15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32" name="Gruppe 31"/>
          <p:cNvGrpSpPr/>
          <p:nvPr/>
        </p:nvGrpSpPr>
        <p:grpSpPr>
          <a:xfrm>
            <a:off x="755576" y="1566664"/>
            <a:ext cx="3744416" cy="2170112"/>
            <a:chOff x="755576" y="1556792"/>
            <a:chExt cx="3744416" cy="2170112"/>
          </a:xfrm>
        </p:grpSpPr>
        <p:sp>
          <p:nvSpPr>
            <p:cNvPr id="11" name="Rektangel 10"/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20" name="Tekstboks 19"/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sp>
        <p:nvSpPr>
          <p:cNvPr id="21" name="Tekstboks 20"/>
          <p:cNvSpPr txBox="1"/>
          <p:nvPr/>
        </p:nvSpPr>
        <p:spPr>
          <a:xfrm>
            <a:off x="4860032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grpSp>
        <p:nvGrpSpPr>
          <p:cNvPr id="33" name="Gruppe 32"/>
          <p:cNvGrpSpPr/>
          <p:nvPr/>
        </p:nvGrpSpPr>
        <p:grpSpPr>
          <a:xfrm>
            <a:off x="755576" y="3861048"/>
            <a:ext cx="3744416" cy="2170112"/>
            <a:chOff x="755576" y="3861048"/>
            <a:chExt cx="3744416" cy="2170112"/>
          </a:xfrm>
        </p:grpSpPr>
        <p:sp>
          <p:nvSpPr>
            <p:cNvPr id="27" name="Rektangel 26"/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28" name="Lige forbindelse 27"/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9" name="Rektangel 28"/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30" name="Rektangel 29"/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31" name="Tekstboks 3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661959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2" name="Objekt 41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1x2 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</a:t>
            </a:fld>
            <a:endParaRPr lang="da-DK" noProof="0"/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37" name="Gruppe 14"/>
          <p:cNvGrpSpPr/>
          <p:nvPr/>
        </p:nvGrpSpPr>
        <p:grpSpPr>
          <a:xfrm>
            <a:off x="755576" y="1556792"/>
            <a:ext cx="3744416" cy="4464496"/>
            <a:chOff x="755576" y="1556792"/>
            <a:chExt cx="7704856" cy="4464496"/>
          </a:xfrm>
        </p:grpSpPr>
        <p:sp>
          <p:nvSpPr>
            <p:cNvPr id="38" name="Rektangel 37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39" name="Lige forbindelse 38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0" name="Rektangel 39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1" name="Rektangel 40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sp>
        <p:nvSpPr>
          <p:cNvPr id="21" name="Tekstboks 20"/>
          <p:cNvSpPr txBox="1"/>
          <p:nvPr/>
        </p:nvSpPr>
        <p:spPr>
          <a:xfrm>
            <a:off x="827584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grpSp>
        <p:nvGrpSpPr>
          <p:cNvPr id="43" name="Gruppe 31"/>
          <p:cNvGrpSpPr/>
          <p:nvPr/>
        </p:nvGrpSpPr>
        <p:grpSpPr>
          <a:xfrm>
            <a:off x="4788024" y="1566664"/>
            <a:ext cx="3744416" cy="2170112"/>
            <a:chOff x="755576" y="1556792"/>
            <a:chExt cx="3744416" cy="2170112"/>
          </a:xfrm>
        </p:grpSpPr>
        <p:sp>
          <p:nvSpPr>
            <p:cNvPr id="44" name="Rektangel 43"/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45" name="Lige forbindelse 44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6" name="Rektangel 45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7" name="Rektangel 46"/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8" name="Tekstboks 47"/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49" name="Gruppe 32"/>
          <p:cNvGrpSpPr/>
          <p:nvPr/>
        </p:nvGrpSpPr>
        <p:grpSpPr>
          <a:xfrm>
            <a:off x="4788024" y="3861048"/>
            <a:ext cx="3744416" cy="2170112"/>
            <a:chOff x="755576" y="3861048"/>
            <a:chExt cx="3744416" cy="2170112"/>
          </a:xfrm>
        </p:grpSpPr>
        <p:sp>
          <p:nvSpPr>
            <p:cNvPr id="50" name="Rektangel 49"/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51" name="Lige forbindelse 50"/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2" name="Rektangel 51"/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53" name="Rektangel 52"/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54" name="Tekstboks 53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661959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2" name="Objekt 41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2x2 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7</a:t>
            </a:fld>
            <a:endParaRPr lang="da-DK" noProof="0"/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10" name="Gruppe 31"/>
          <p:cNvGrpSpPr/>
          <p:nvPr/>
        </p:nvGrpSpPr>
        <p:grpSpPr>
          <a:xfrm>
            <a:off x="4788024" y="1566664"/>
            <a:ext cx="3744416" cy="2170112"/>
            <a:chOff x="755576" y="1556792"/>
            <a:chExt cx="3744416" cy="2170112"/>
          </a:xfrm>
        </p:grpSpPr>
        <p:sp>
          <p:nvSpPr>
            <p:cNvPr id="44" name="Rektangel 43"/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45" name="Lige forbindelse 44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6" name="Rektangel 45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7" name="Rektangel 46"/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8" name="Tekstboks 47"/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11" name="Gruppe 32"/>
          <p:cNvGrpSpPr/>
          <p:nvPr/>
        </p:nvGrpSpPr>
        <p:grpSpPr>
          <a:xfrm>
            <a:off x="4788024" y="3861048"/>
            <a:ext cx="3744416" cy="2170112"/>
            <a:chOff x="755576" y="3861048"/>
            <a:chExt cx="3744416" cy="2170112"/>
          </a:xfrm>
        </p:grpSpPr>
        <p:sp>
          <p:nvSpPr>
            <p:cNvPr id="50" name="Rektangel 49"/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51" name="Lige forbindelse 50"/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2" name="Rektangel 51"/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53" name="Rektangel 52"/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54" name="Tekstboks 53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28" name="Gruppe 27"/>
          <p:cNvGrpSpPr/>
          <p:nvPr/>
        </p:nvGrpSpPr>
        <p:grpSpPr>
          <a:xfrm>
            <a:off x="755576" y="1566664"/>
            <a:ext cx="3744416" cy="2170112"/>
            <a:chOff x="755576" y="1556792"/>
            <a:chExt cx="3744416" cy="2170112"/>
          </a:xfrm>
        </p:grpSpPr>
        <p:sp>
          <p:nvSpPr>
            <p:cNvPr id="29" name="Rektangel 28"/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30" name="Lige forbindelse 29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1" name="Rektangel 30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32" name="Rektangel 31"/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33" name="Tekstboks 32"/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34" name="Gruppe 33"/>
          <p:cNvGrpSpPr/>
          <p:nvPr/>
        </p:nvGrpSpPr>
        <p:grpSpPr>
          <a:xfrm>
            <a:off x="755576" y="3861048"/>
            <a:ext cx="3744416" cy="2170112"/>
            <a:chOff x="755576" y="3861048"/>
            <a:chExt cx="3744416" cy="2170112"/>
          </a:xfrm>
        </p:grpSpPr>
        <p:sp>
          <p:nvSpPr>
            <p:cNvPr id="35" name="Rektangel 34"/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36" name="Lige forbindelse 35"/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7" name="Rektangel 36"/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3" name="Rektangel 42"/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9" name="Tekstboks 48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661959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8</a:t>
            </a:fld>
            <a:endParaRPr lang="da-DK" noProof="0"/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6" name="Gruppe 9"/>
          <p:cNvGrpSpPr/>
          <p:nvPr/>
        </p:nvGrpSpPr>
        <p:grpSpPr>
          <a:xfrm>
            <a:off x="755576" y="1556792"/>
            <a:ext cx="3744416" cy="4464496"/>
            <a:chOff x="755576" y="1556792"/>
            <a:chExt cx="7704856" cy="4464496"/>
          </a:xfrm>
        </p:grpSpPr>
        <p:sp>
          <p:nvSpPr>
            <p:cNvPr id="11" name="Rektangel 10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14"/>
          <p:cNvGrpSpPr/>
          <p:nvPr/>
        </p:nvGrpSpPr>
        <p:grpSpPr>
          <a:xfrm>
            <a:off x="4788024" y="1556792"/>
            <a:ext cx="3744416" cy="4464496"/>
            <a:chOff x="755576" y="1556792"/>
            <a:chExt cx="7704856" cy="4464496"/>
          </a:xfrm>
        </p:grpSpPr>
        <p:sp>
          <p:nvSpPr>
            <p:cNvPr id="16" name="Rektangel 15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sp>
        <p:nvSpPr>
          <p:cNvPr id="20" name="Tekstboks 19"/>
          <p:cNvSpPr txBox="1"/>
          <p:nvPr/>
        </p:nvSpPr>
        <p:spPr>
          <a:xfrm>
            <a:off x="827584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sp>
        <p:nvSpPr>
          <p:cNvPr id="21" name="Tekstboks 20"/>
          <p:cNvSpPr txBox="1"/>
          <p:nvPr/>
        </p:nvSpPr>
        <p:spPr>
          <a:xfrm>
            <a:off x="4860032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</p:spTree>
    <p:extLst>
      <p:ext uri="{BB962C8B-B14F-4D97-AF65-F5344CB8AC3E}">
        <p14:creationId xmlns:p14="http://schemas.microsoft.com/office/powerpoint/2010/main" val="16661959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Pentagon 2"/>
          <p:cNvSpPr/>
          <p:nvPr/>
        </p:nvSpPr>
        <p:spPr bwMode="auto">
          <a:xfrm>
            <a:off x="755577" y="1556792"/>
            <a:ext cx="4032448" cy="4464496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 med kausalitet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9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cxnSp>
        <p:nvCxnSpPr>
          <p:cNvPr id="12" name="Lige forbindelse 11"/>
          <p:cNvCxnSpPr/>
          <p:nvPr/>
        </p:nvCxnSpPr>
        <p:spPr bwMode="auto">
          <a:xfrm>
            <a:off x="825565" y="2132856"/>
            <a:ext cx="3569443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825565" y="1556792"/>
            <a:ext cx="3569443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14" name="Rektangel 13"/>
          <p:cNvSpPr/>
          <p:nvPr/>
        </p:nvSpPr>
        <p:spPr bwMode="auto">
          <a:xfrm>
            <a:off x="825565" y="2276872"/>
            <a:ext cx="3569443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[ Text ]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10" name="Gruppe 14"/>
          <p:cNvGrpSpPr/>
          <p:nvPr/>
        </p:nvGrpSpPr>
        <p:grpSpPr>
          <a:xfrm>
            <a:off x="4788024" y="1556792"/>
            <a:ext cx="3744416" cy="4464496"/>
            <a:chOff x="755576" y="1556792"/>
            <a:chExt cx="7704856" cy="4464496"/>
          </a:xfrm>
        </p:grpSpPr>
        <p:sp>
          <p:nvSpPr>
            <p:cNvPr id="16" name="Rektangel 15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sp>
        <p:nvSpPr>
          <p:cNvPr id="22" name="Tekstboks 21"/>
          <p:cNvSpPr txBox="1"/>
          <p:nvPr/>
        </p:nvSpPr>
        <p:spPr>
          <a:xfrm>
            <a:off x="827584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sp>
        <p:nvSpPr>
          <p:cNvPr id="23" name="Tekstboks 22"/>
          <p:cNvSpPr txBox="1"/>
          <p:nvPr/>
        </p:nvSpPr>
        <p:spPr>
          <a:xfrm>
            <a:off x="4860032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Baggrund og anbefaling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10</a:t>
            </a:fld>
            <a:endParaRPr lang="da-DK" noProof="0"/>
          </a:p>
        </p:txBody>
      </p:sp>
      <p:grpSp>
        <p:nvGrpSpPr>
          <p:cNvPr id="10" name="Gruppe 14"/>
          <p:cNvGrpSpPr/>
          <p:nvPr/>
        </p:nvGrpSpPr>
        <p:grpSpPr>
          <a:xfrm>
            <a:off x="3203848" y="1556792"/>
            <a:ext cx="5328592" cy="4464496"/>
            <a:chOff x="755576" y="1556792"/>
            <a:chExt cx="7704856" cy="4464496"/>
          </a:xfrm>
        </p:grpSpPr>
        <p:sp>
          <p:nvSpPr>
            <p:cNvPr id="16" name="Rektangel 15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Recommendation [ replace with a telling text ]</a:t>
              </a:r>
              <a:endParaRPr kumimoji="0" lang="da-DK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the recommendation - a sentence or two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the recommendation - a sentence or two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the recommendation - a sentence or two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the recommendation - a sentence or two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the recommendation - a sentence or two ]</a:t>
              </a:r>
            </a:p>
          </p:txBody>
        </p:sp>
      </p:grpSp>
      <p:grpSp>
        <p:nvGrpSpPr>
          <p:cNvPr id="29" name="Gruppe 28"/>
          <p:cNvGrpSpPr/>
          <p:nvPr/>
        </p:nvGrpSpPr>
        <p:grpSpPr>
          <a:xfrm>
            <a:off x="755577" y="1556792"/>
            <a:ext cx="2448271" cy="4464496"/>
            <a:chOff x="755577" y="1556792"/>
            <a:chExt cx="2448271" cy="4464496"/>
          </a:xfrm>
        </p:grpSpPr>
        <p:sp>
          <p:nvSpPr>
            <p:cNvPr id="3" name="Pentagon 2"/>
            <p:cNvSpPr/>
            <p:nvPr/>
          </p:nvSpPr>
          <p:spPr bwMode="auto">
            <a:xfrm>
              <a:off x="755577" y="1556792"/>
              <a:ext cx="2448271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25565" y="2132856"/>
              <a:ext cx="216225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25565" y="1556792"/>
              <a:ext cx="2234267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Background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25565" y="2276872"/>
              <a:ext cx="2162259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A sentence giving the background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A sentence giving the background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A sentence giving the background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A sentence giving the background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/>
                <a:t>[ A sentence giving the background ]</a:t>
              </a:r>
            </a:p>
          </p:txBody>
        </p:sp>
      </p:grpSp>
      <p:grpSp>
        <p:nvGrpSpPr>
          <p:cNvPr id="2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4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6" name="Rektangel 2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til venstre under ”Baggrund” med passende information om baggrunden – eventuelt fra supplerende slides overskrifter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Udfyld</a:t>
                </a:r>
                <a:r>
                  <a:rPr kumimoji="0" lang="da-DK" sz="1600" b="0" i="0" u="none" strike="noStrike" cap="none" normalizeH="0" dirty="0">
                    <a:ln>
                      <a:noFill/>
                    </a:ln>
                    <a:effectLst/>
                  </a:rPr>
                  <a:t> anbefalingen med en til to sætninger pr. </a:t>
                </a:r>
                <a:r>
                  <a:rPr kumimoji="0" lang="da-DK" sz="1600" b="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b="0" i="0" u="none" strike="noStrike" cap="none" normalizeH="0" dirty="0">
                    <a:ln>
                      <a:noFill/>
                    </a:ln>
                    <a:effectLst/>
                  </a:rPr>
                  <a:t>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baseline="0" dirty="0"/>
                  <a:t>Marker</a:t>
                </a:r>
                <a:r>
                  <a:rPr lang="da-DK" sz="1600" dirty="0"/>
                  <a:t> eventuelt dele af sætningerne under baggrund og anbefaling med fed og blå (som vist i eksemplerne) til at fremhæve nøgleord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7" name="Rektangel 2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5" name="Rektangel 2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" name="Objekt 27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 på vægt - ligeværdig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11</a:t>
            </a:fld>
            <a:endParaRPr lang="da-DK" noProof="0"/>
          </a:p>
        </p:txBody>
      </p:sp>
      <p:cxnSp>
        <p:nvCxnSpPr>
          <p:cNvPr id="9" name="Lige forbindelse 8"/>
          <p:cNvCxnSpPr/>
          <p:nvPr/>
        </p:nvCxnSpPr>
        <p:spPr bwMode="auto">
          <a:xfrm>
            <a:off x="743471" y="458112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743471" y="191683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indent="0">
              <a:buFontTx/>
              <a:buNone/>
            </a:pPr>
            <a:endParaRPr lang="da-DK" dirty="0" err="1"/>
          </a:p>
        </p:txBody>
      </p:sp>
      <p:sp>
        <p:nvSpPr>
          <p:cNvPr id="27" name="Kantet højreparentes 26"/>
          <p:cNvSpPr/>
          <p:nvPr/>
        </p:nvSpPr>
        <p:spPr bwMode="auto">
          <a:xfrm rot="5400000">
            <a:off x="4415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Manuel proces 4"/>
          <p:cNvSpPr/>
          <p:nvPr/>
        </p:nvSpPr>
        <p:spPr bwMode="auto">
          <a:xfrm flipV="1">
            <a:off x="4091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cxnSp>
        <p:nvCxnSpPr>
          <p:cNvPr id="31" name="Lige forbindelse 30"/>
          <p:cNvCxnSpPr/>
          <p:nvPr/>
        </p:nvCxnSpPr>
        <p:spPr bwMode="auto">
          <a:xfrm>
            <a:off x="5568007" y="458112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2" name="Rektangel 31"/>
          <p:cNvSpPr/>
          <p:nvPr/>
        </p:nvSpPr>
        <p:spPr bwMode="auto">
          <a:xfrm>
            <a:off x="5568007" y="191683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R="0" defTabSz="914400" eaLnBrk="1" latinLnBrk="0" hangingPunct="1">
              <a:lnSpc>
                <a:spcPct val="100000"/>
              </a:lnSpc>
              <a:buClrTx/>
              <a:buSzTx/>
              <a:tabLst/>
            </a:pPr>
            <a:endParaRPr lang="da-DK" dirty="0" err="1"/>
          </a:p>
        </p:txBody>
      </p:sp>
      <p:cxnSp>
        <p:nvCxnSpPr>
          <p:cNvPr id="35" name="Lige forbindelse 34"/>
          <p:cNvCxnSpPr/>
          <p:nvPr/>
        </p:nvCxnSpPr>
        <p:spPr bwMode="auto">
          <a:xfrm>
            <a:off x="815479" y="227687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6" name="Rektangel 35"/>
          <p:cNvSpPr/>
          <p:nvPr/>
        </p:nvSpPr>
        <p:spPr bwMode="auto">
          <a:xfrm>
            <a:off x="743471" y="191683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37" name="Rektangel 36"/>
          <p:cNvSpPr/>
          <p:nvPr/>
        </p:nvSpPr>
        <p:spPr bwMode="auto">
          <a:xfrm>
            <a:off x="743471" y="234888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[ Text ]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cxnSp>
        <p:nvCxnSpPr>
          <p:cNvPr id="42" name="Lige forbindelse 41"/>
          <p:cNvCxnSpPr/>
          <p:nvPr/>
        </p:nvCxnSpPr>
        <p:spPr bwMode="auto">
          <a:xfrm>
            <a:off x="5640015" y="227687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3" name="Rektangel 42"/>
          <p:cNvSpPr/>
          <p:nvPr/>
        </p:nvSpPr>
        <p:spPr bwMode="auto">
          <a:xfrm>
            <a:off x="5568007" y="191683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44" name="Rektangel 43"/>
          <p:cNvSpPr/>
          <p:nvPr/>
        </p:nvSpPr>
        <p:spPr bwMode="auto">
          <a:xfrm>
            <a:off x="5568007" y="234888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[ Text ]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17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8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0" name="Rektangel 1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1" name="Rektangel 2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9" name="Rektangel 1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2" name="Tekstboks 21"/>
          <p:cNvSpPr txBox="1"/>
          <p:nvPr/>
        </p:nvSpPr>
        <p:spPr>
          <a:xfrm>
            <a:off x="755576" y="6525344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cxnSp>
        <p:nvCxnSpPr>
          <p:cNvPr id="24" name="Lige pilforbindelse 23"/>
          <p:cNvCxnSpPr/>
          <p:nvPr/>
        </p:nvCxnSpPr>
        <p:spPr bwMode="auto">
          <a:xfrm flipV="1">
            <a:off x="4572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" name="Objekt 27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 på vægt - højretung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12</a:t>
            </a:fld>
            <a:endParaRPr lang="da-DK" noProof="0"/>
          </a:p>
        </p:txBody>
      </p:sp>
      <p:cxnSp>
        <p:nvCxnSpPr>
          <p:cNvPr id="9" name="Lige forbindelse 8"/>
          <p:cNvCxnSpPr/>
          <p:nvPr/>
        </p:nvCxnSpPr>
        <p:spPr bwMode="auto">
          <a:xfrm>
            <a:off x="743471" y="422108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743471" y="155679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indent="0">
              <a:buFontTx/>
              <a:buNone/>
            </a:pPr>
            <a:endParaRPr lang="da-DK" dirty="0" err="1"/>
          </a:p>
        </p:txBody>
      </p:sp>
      <p:sp>
        <p:nvSpPr>
          <p:cNvPr id="27" name="Kantet højreparentes 26"/>
          <p:cNvSpPr/>
          <p:nvPr/>
        </p:nvSpPr>
        <p:spPr bwMode="auto">
          <a:xfrm rot="5940000">
            <a:off x="4415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Manuel proces 4"/>
          <p:cNvSpPr/>
          <p:nvPr/>
        </p:nvSpPr>
        <p:spPr bwMode="auto">
          <a:xfrm flipV="1">
            <a:off x="4091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cxnSp>
        <p:nvCxnSpPr>
          <p:cNvPr id="31" name="Lige forbindelse 30"/>
          <p:cNvCxnSpPr/>
          <p:nvPr/>
        </p:nvCxnSpPr>
        <p:spPr bwMode="auto">
          <a:xfrm>
            <a:off x="5568007" y="494116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2" name="Rektangel 31"/>
          <p:cNvSpPr/>
          <p:nvPr/>
        </p:nvSpPr>
        <p:spPr bwMode="auto">
          <a:xfrm>
            <a:off x="5568007" y="227687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R="0" defTabSz="914400" eaLnBrk="1" latinLnBrk="0" hangingPunct="1">
              <a:lnSpc>
                <a:spcPct val="100000"/>
              </a:lnSpc>
              <a:buClrTx/>
              <a:buSzTx/>
              <a:tabLst/>
            </a:pPr>
            <a:endParaRPr lang="da-DK" dirty="0" err="1"/>
          </a:p>
        </p:txBody>
      </p:sp>
      <p:cxnSp>
        <p:nvCxnSpPr>
          <p:cNvPr id="35" name="Lige forbindelse 34"/>
          <p:cNvCxnSpPr/>
          <p:nvPr/>
        </p:nvCxnSpPr>
        <p:spPr bwMode="auto">
          <a:xfrm>
            <a:off x="815479" y="191683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6" name="Rektangel 35"/>
          <p:cNvSpPr/>
          <p:nvPr/>
        </p:nvSpPr>
        <p:spPr bwMode="auto">
          <a:xfrm>
            <a:off x="743471" y="155679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37" name="Rektangel 36"/>
          <p:cNvSpPr/>
          <p:nvPr/>
        </p:nvSpPr>
        <p:spPr bwMode="auto">
          <a:xfrm>
            <a:off x="743471" y="198884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[ Text ]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cxnSp>
        <p:nvCxnSpPr>
          <p:cNvPr id="42" name="Lige forbindelse 41"/>
          <p:cNvCxnSpPr/>
          <p:nvPr/>
        </p:nvCxnSpPr>
        <p:spPr bwMode="auto">
          <a:xfrm>
            <a:off x="5640015" y="263691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3" name="Rektangel 42"/>
          <p:cNvSpPr/>
          <p:nvPr/>
        </p:nvSpPr>
        <p:spPr bwMode="auto">
          <a:xfrm>
            <a:off x="5568007" y="227687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44" name="Rektangel 43"/>
          <p:cNvSpPr/>
          <p:nvPr/>
        </p:nvSpPr>
        <p:spPr bwMode="auto">
          <a:xfrm>
            <a:off x="5568007" y="270892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[ Text ]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0" name="Rektangel 1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1" name="Rektangel 2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9" name="Rektangel 1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2" name="Tekstboks 21"/>
          <p:cNvSpPr txBox="1"/>
          <p:nvPr/>
        </p:nvSpPr>
        <p:spPr>
          <a:xfrm>
            <a:off x="755576" y="6525344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cxnSp>
        <p:nvCxnSpPr>
          <p:cNvPr id="24" name="Lige pilforbindelse 23"/>
          <p:cNvCxnSpPr/>
          <p:nvPr/>
        </p:nvCxnSpPr>
        <p:spPr bwMode="auto">
          <a:xfrm rot="2100000" flipV="1">
            <a:off x="4572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" name="Objekt 27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 på vægt - venstretung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13</a:t>
            </a:fld>
            <a:endParaRPr lang="da-DK" noProof="0"/>
          </a:p>
        </p:txBody>
      </p:sp>
      <p:cxnSp>
        <p:nvCxnSpPr>
          <p:cNvPr id="9" name="Lige forbindelse 8"/>
          <p:cNvCxnSpPr/>
          <p:nvPr/>
        </p:nvCxnSpPr>
        <p:spPr bwMode="auto">
          <a:xfrm>
            <a:off x="743471" y="494116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743471" y="227687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indent="0">
              <a:buFontTx/>
              <a:buNone/>
            </a:pPr>
            <a:endParaRPr lang="da-DK" dirty="0" err="1"/>
          </a:p>
        </p:txBody>
      </p:sp>
      <p:sp>
        <p:nvSpPr>
          <p:cNvPr id="27" name="Kantet højreparentes 26"/>
          <p:cNvSpPr/>
          <p:nvPr/>
        </p:nvSpPr>
        <p:spPr bwMode="auto">
          <a:xfrm rot="4860000">
            <a:off x="4415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Manuel proces 4"/>
          <p:cNvSpPr/>
          <p:nvPr/>
        </p:nvSpPr>
        <p:spPr bwMode="auto">
          <a:xfrm flipV="1">
            <a:off x="4091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cxnSp>
        <p:nvCxnSpPr>
          <p:cNvPr id="31" name="Lige forbindelse 30"/>
          <p:cNvCxnSpPr/>
          <p:nvPr/>
        </p:nvCxnSpPr>
        <p:spPr bwMode="auto">
          <a:xfrm>
            <a:off x="5568007" y="422108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2" name="Rektangel 31"/>
          <p:cNvSpPr/>
          <p:nvPr/>
        </p:nvSpPr>
        <p:spPr bwMode="auto">
          <a:xfrm>
            <a:off x="5568007" y="155679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R="0" defTabSz="914400" eaLnBrk="1" latinLnBrk="0" hangingPunct="1">
              <a:lnSpc>
                <a:spcPct val="100000"/>
              </a:lnSpc>
              <a:buClrTx/>
              <a:buSzTx/>
              <a:tabLst/>
            </a:pPr>
            <a:endParaRPr lang="da-DK" dirty="0" err="1"/>
          </a:p>
        </p:txBody>
      </p:sp>
      <p:cxnSp>
        <p:nvCxnSpPr>
          <p:cNvPr id="35" name="Lige forbindelse 34"/>
          <p:cNvCxnSpPr/>
          <p:nvPr/>
        </p:nvCxnSpPr>
        <p:spPr bwMode="auto">
          <a:xfrm>
            <a:off x="815479" y="263691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6" name="Rektangel 35"/>
          <p:cNvSpPr/>
          <p:nvPr/>
        </p:nvSpPr>
        <p:spPr bwMode="auto">
          <a:xfrm>
            <a:off x="743471" y="227687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37" name="Rektangel 36"/>
          <p:cNvSpPr/>
          <p:nvPr/>
        </p:nvSpPr>
        <p:spPr bwMode="auto">
          <a:xfrm>
            <a:off x="743471" y="270892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[ Text ]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cxnSp>
        <p:nvCxnSpPr>
          <p:cNvPr id="42" name="Lige forbindelse 41"/>
          <p:cNvCxnSpPr/>
          <p:nvPr/>
        </p:nvCxnSpPr>
        <p:spPr bwMode="auto">
          <a:xfrm>
            <a:off x="5640015" y="191683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3" name="Rektangel 42"/>
          <p:cNvSpPr/>
          <p:nvPr/>
        </p:nvSpPr>
        <p:spPr bwMode="auto">
          <a:xfrm>
            <a:off x="5568007" y="155679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44" name="Rektangel 43"/>
          <p:cNvSpPr/>
          <p:nvPr/>
        </p:nvSpPr>
        <p:spPr bwMode="auto">
          <a:xfrm>
            <a:off x="5568007" y="198884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[ Text ]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0" name="Rektangel 1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1" name="Rektangel 2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9" name="Rektangel 1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2" name="Tekstboks 21"/>
          <p:cNvSpPr txBox="1"/>
          <p:nvPr/>
        </p:nvSpPr>
        <p:spPr>
          <a:xfrm>
            <a:off x="755576" y="6525344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cxnSp>
        <p:nvCxnSpPr>
          <p:cNvPr id="24" name="Lige pilforbindelse 23"/>
          <p:cNvCxnSpPr/>
          <p:nvPr/>
        </p:nvCxnSpPr>
        <p:spPr bwMode="auto">
          <a:xfrm rot="-2100000" flipV="1">
            <a:off x="4572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3 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14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10" name="Gruppe 35"/>
          <p:cNvGrpSpPr/>
          <p:nvPr/>
        </p:nvGrpSpPr>
        <p:grpSpPr>
          <a:xfrm>
            <a:off x="6228184" y="1556792"/>
            <a:ext cx="2664295" cy="4474368"/>
            <a:chOff x="755577" y="1556792"/>
            <a:chExt cx="3825656" cy="4474368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34" name="Gruppe 35"/>
          <p:cNvGrpSpPr/>
          <p:nvPr/>
        </p:nvGrpSpPr>
        <p:grpSpPr>
          <a:xfrm>
            <a:off x="3455876" y="1556792"/>
            <a:ext cx="2664295" cy="4474368"/>
            <a:chOff x="755577" y="1556792"/>
            <a:chExt cx="3825656" cy="4474368"/>
          </a:xfrm>
        </p:grpSpPr>
        <p:sp>
          <p:nvSpPr>
            <p:cNvPr id="35" name="Pentagon 34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6" name="Lige forbindelse 35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2" name="Rektangel 41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8" name="Rektangel 47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9" name="Tekstboks 48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56" name="Gruppe 35"/>
          <p:cNvGrpSpPr/>
          <p:nvPr/>
        </p:nvGrpSpPr>
        <p:grpSpPr>
          <a:xfrm>
            <a:off x="683568" y="1556792"/>
            <a:ext cx="2664295" cy="4474368"/>
            <a:chOff x="755577" y="1556792"/>
            <a:chExt cx="3825656" cy="4474368"/>
          </a:xfrm>
        </p:grpSpPr>
        <p:sp>
          <p:nvSpPr>
            <p:cNvPr id="57" name="Pentagon 5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58" name="Lige forbindelse 5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9" name="Rektangel 5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60" name="Rektangel 5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61" name="Tekstboks 6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3 vertikale med kausalitet - uafsluttet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15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36" name="Gruppe 35"/>
          <p:cNvGrpSpPr/>
          <p:nvPr/>
        </p:nvGrpSpPr>
        <p:grpSpPr>
          <a:xfrm>
            <a:off x="6228185" y="1556792"/>
            <a:ext cx="2808311" cy="4474368"/>
            <a:chOff x="755577" y="1556792"/>
            <a:chExt cx="4032448" cy="4474368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42" name="Gruppe 41"/>
          <p:cNvGrpSpPr/>
          <p:nvPr/>
        </p:nvGrpSpPr>
        <p:grpSpPr>
          <a:xfrm>
            <a:off x="3491881" y="1556792"/>
            <a:ext cx="2808311" cy="4474368"/>
            <a:chOff x="755577" y="1556792"/>
            <a:chExt cx="4032448" cy="4474368"/>
          </a:xfrm>
        </p:grpSpPr>
        <p:sp>
          <p:nvSpPr>
            <p:cNvPr id="43" name="Pentagon 4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4" name="Lige forbindelse 43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" name="Rektangel 44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6" name="Rektangel 45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7" name="Tekstboks 46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21" name="Gruppe 20"/>
          <p:cNvGrpSpPr/>
          <p:nvPr/>
        </p:nvGrpSpPr>
        <p:grpSpPr>
          <a:xfrm>
            <a:off x="755577" y="1556792"/>
            <a:ext cx="2808311" cy="4474368"/>
            <a:chOff x="755577" y="1556792"/>
            <a:chExt cx="4032448" cy="4474368"/>
          </a:xfrm>
        </p:grpSpPr>
        <p:sp>
          <p:nvSpPr>
            <p:cNvPr id="3" name="Pentagon 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22" name="Tekstboks 21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3 vertikale med kausalitet - Afsluttet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16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10" name="Gruppe 35"/>
          <p:cNvGrpSpPr/>
          <p:nvPr/>
        </p:nvGrpSpPr>
        <p:grpSpPr>
          <a:xfrm>
            <a:off x="6228184" y="1556792"/>
            <a:ext cx="2664295" cy="4474368"/>
            <a:chOff x="755577" y="1556792"/>
            <a:chExt cx="3825656" cy="4474368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11" name="Gruppe 41"/>
          <p:cNvGrpSpPr/>
          <p:nvPr/>
        </p:nvGrpSpPr>
        <p:grpSpPr>
          <a:xfrm>
            <a:off x="3491881" y="1556792"/>
            <a:ext cx="2808311" cy="4474368"/>
            <a:chOff x="755577" y="1556792"/>
            <a:chExt cx="4032448" cy="4474368"/>
          </a:xfrm>
        </p:grpSpPr>
        <p:sp>
          <p:nvSpPr>
            <p:cNvPr id="43" name="Pentagon 4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4" name="Lige forbindelse 43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" name="Rektangel 44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6" name="Rektangel 45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7" name="Tekstboks 46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15" name="Gruppe 20"/>
          <p:cNvGrpSpPr/>
          <p:nvPr/>
        </p:nvGrpSpPr>
        <p:grpSpPr>
          <a:xfrm>
            <a:off x="755577" y="1556792"/>
            <a:ext cx="2808311" cy="4474368"/>
            <a:chOff x="755577" y="1556792"/>
            <a:chExt cx="4032448" cy="4474368"/>
          </a:xfrm>
        </p:grpSpPr>
        <p:sp>
          <p:nvSpPr>
            <p:cNvPr id="3" name="Pentagon 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22" name="Tekstboks 21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424862" cy="762000"/>
          </a:xfrm>
        </p:spPr>
        <p:txBody>
          <a:bodyPr/>
          <a:lstStyle/>
          <a:p>
            <a:r>
              <a:rPr lang="da-DK" sz="2000" dirty="0"/>
              <a:t>Hvid kasse, vertikale 1-2-1 proces, afsluttet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17</a:t>
            </a:fld>
            <a:endParaRPr lang="da-DK" noProof="0"/>
          </a:p>
        </p:txBody>
      </p:sp>
      <p:grpSp>
        <p:nvGrpSpPr>
          <p:cNvPr id="5" name="Gruppe 35"/>
          <p:cNvGrpSpPr/>
          <p:nvPr/>
        </p:nvGrpSpPr>
        <p:grpSpPr>
          <a:xfrm>
            <a:off x="6228184" y="1556792"/>
            <a:ext cx="2664295" cy="4608512"/>
            <a:chOff x="755577" y="1556792"/>
            <a:chExt cx="3825656" cy="4464496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en-US" sz="1400" dirty="0"/>
                <a:t>[ Box heading ]</a:t>
              </a:r>
            </a:p>
          </p:txBody>
        </p:sp>
      </p:grpSp>
      <p:sp>
        <p:nvSpPr>
          <p:cNvPr id="43" name="Pentagon 42"/>
          <p:cNvSpPr/>
          <p:nvPr/>
        </p:nvSpPr>
        <p:spPr bwMode="auto">
          <a:xfrm>
            <a:off x="3491881" y="1556792"/>
            <a:ext cx="2808311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44" name="Lige forbindelse 43"/>
          <p:cNvCxnSpPr/>
          <p:nvPr/>
        </p:nvCxnSpPr>
        <p:spPr bwMode="auto">
          <a:xfrm>
            <a:off x="3540623" y="2132856"/>
            <a:ext cx="248586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5" name="Rektangel 44"/>
          <p:cNvSpPr/>
          <p:nvPr/>
        </p:nvSpPr>
        <p:spPr bwMode="auto">
          <a:xfrm>
            <a:off x="3540623" y="1836189"/>
            <a:ext cx="2485861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en-US" sz="1400" dirty="0"/>
              <a:t>[ Box heading ]</a:t>
            </a:r>
          </a:p>
        </p:txBody>
      </p:sp>
      <p:sp>
        <p:nvSpPr>
          <p:cNvPr id="46" name="Rektangel 45"/>
          <p:cNvSpPr/>
          <p:nvPr/>
        </p:nvSpPr>
        <p:spPr bwMode="auto">
          <a:xfrm>
            <a:off x="3540623" y="2276872"/>
            <a:ext cx="2485861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Text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Text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7" name="Gruppe 41"/>
          <p:cNvGrpSpPr/>
          <p:nvPr/>
        </p:nvGrpSpPr>
        <p:grpSpPr>
          <a:xfrm>
            <a:off x="3491880" y="3861048"/>
            <a:ext cx="2808311" cy="2299172"/>
            <a:chOff x="755577" y="1556792"/>
            <a:chExt cx="4032448" cy="4464496"/>
          </a:xfrm>
        </p:grpSpPr>
        <p:sp>
          <p:nvSpPr>
            <p:cNvPr id="27" name="Pentagon 26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8" name="Lige forbindelse 27"/>
            <p:cNvCxnSpPr/>
            <p:nvPr/>
          </p:nvCxnSpPr>
          <p:spPr bwMode="auto">
            <a:xfrm>
              <a:off x="825566" y="2675384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3" name="Rektangel 32"/>
            <p:cNvSpPr/>
            <p:nvPr/>
          </p:nvSpPr>
          <p:spPr bwMode="auto">
            <a:xfrm>
              <a:off x="825566" y="1976266"/>
              <a:ext cx="3755669" cy="699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en-US" sz="1400" dirty="0"/>
                <a:t>[ Box heading ]</a:t>
              </a:r>
            </a:p>
          </p:txBody>
        </p:sp>
        <p:sp>
          <p:nvSpPr>
            <p:cNvPr id="34" name="Rektangel 33"/>
            <p:cNvSpPr/>
            <p:nvPr/>
          </p:nvSpPr>
          <p:spPr bwMode="auto">
            <a:xfrm>
              <a:off x="825566" y="2955032"/>
              <a:ext cx="3569443" cy="291236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Text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endParaRPr lang="da-DK" sz="1400" dirty="0"/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Text</a:t>
              </a:r>
            </a:p>
          </p:txBody>
        </p:sp>
      </p:grpSp>
      <p:sp>
        <p:nvSpPr>
          <p:cNvPr id="3" name="Pentagon 2"/>
          <p:cNvSpPr/>
          <p:nvPr/>
        </p:nvSpPr>
        <p:spPr bwMode="auto">
          <a:xfrm>
            <a:off x="755577" y="1556792"/>
            <a:ext cx="2808311" cy="4598344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2" name="Lige forbindelse 11"/>
          <p:cNvCxnSpPr/>
          <p:nvPr/>
        </p:nvCxnSpPr>
        <p:spPr bwMode="auto">
          <a:xfrm>
            <a:off x="804319" y="2150127"/>
            <a:ext cx="248586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804319" y="1556792"/>
            <a:ext cx="2485861" cy="59333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en-US" sz="1400" dirty="0"/>
              <a:t>[ Box heading ]</a:t>
            </a:r>
          </a:p>
        </p:txBody>
      </p:sp>
      <p:sp>
        <p:nvSpPr>
          <p:cNvPr id="14" name="Rektangel 13"/>
          <p:cNvSpPr/>
          <p:nvPr/>
        </p:nvSpPr>
        <p:spPr bwMode="auto">
          <a:xfrm>
            <a:off x="804319" y="2276872"/>
            <a:ext cx="2485861" cy="3719762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400" dirty="0"/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dirty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grpSp>
        <p:nvGrpSpPr>
          <p:cNvPr id="32" name="Gruppe 31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7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0" name="Rektangel 4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51" name="Rektangel 5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49" name="Rektangel 4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52" name="Rektangel 51"/>
          <p:cNvSpPr/>
          <p:nvPr/>
        </p:nvSpPr>
        <p:spPr bwMode="auto">
          <a:xfrm>
            <a:off x="6276926" y="2276872"/>
            <a:ext cx="2485861" cy="37444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400" dirty="0"/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53" name="Tekstboks 52"/>
          <p:cNvSpPr txBox="1"/>
          <p:nvPr/>
        </p:nvSpPr>
        <p:spPr>
          <a:xfrm>
            <a:off x="6278333" y="6006802"/>
            <a:ext cx="2507421" cy="15850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sp>
        <p:nvSpPr>
          <p:cNvPr id="54" name="Tekstboks 53"/>
          <p:cNvSpPr txBox="1"/>
          <p:nvPr/>
        </p:nvSpPr>
        <p:spPr>
          <a:xfrm>
            <a:off x="827584" y="6006802"/>
            <a:ext cx="2507421" cy="15850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0" name="Gruppe 39"/>
          <p:cNvGrpSpPr/>
          <p:nvPr/>
        </p:nvGrpSpPr>
        <p:grpSpPr>
          <a:xfrm>
            <a:off x="6228185" y="1556792"/>
            <a:ext cx="2808311" cy="4608512"/>
            <a:chOff x="755577" y="1556792"/>
            <a:chExt cx="4032448" cy="4474368"/>
          </a:xfrm>
        </p:grpSpPr>
        <p:sp>
          <p:nvSpPr>
            <p:cNvPr id="41" name="Pentagon 40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2" name="Lige forbindelse 41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7" name="Rektangel 46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8" name="Rektangel 47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53" name="Tekstboks 52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424862" cy="762000"/>
          </a:xfrm>
        </p:spPr>
        <p:txBody>
          <a:bodyPr/>
          <a:lstStyle/>
          <a:p>
            <a:r>
              <a:rPr lang="da-DK" sz="2000" dirty="0"/>
              <a:t>Hvid kasse, vertikale 1-2-1 proces, uafsluttet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18</a:t>
            </a:fld>
            <a:endParaRPr lang="da-DK" noProof="0"/>
          </a:p>
        </p:txBody>
      </p:sp>
      <p:sp>
        <p:nvSpPr>
          <p:cNvPr id="43" name="Pentagon 42"/>
          <p:cNvSpPr/>
          <p:nvPr/>
        </p:nvSpPr>
        <p:spPr bwMode="auto">
          <a:xfrm>
            <a:off x="3491881" y="1556792"/>
            <a:ext cx="2808311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44" name="Lige forbindelse 43"/>
          <p:cNvCxnSpPr/>
          <p:nvPr/>
        </p:nvCxnSpPr>
        <p:spPr bwMode="auto">
          <a:xfrm>
            <a:off x="3540623" y="2132856"/>
            <a:ext cx="248586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5" name="Rektangel 44"/>
          <p:cNvSpPr/>
          <p:nvPr/>
        </p:nvSpPr>
        <p:spPr bwMode="auto">
          <a:xfrm>
            <a:off x="3540623" y="1836189"/>
            <a:ext cx="2485861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en-US" sz="1400" dirty="0"/>
              <a:t>[ Box heading ]</a:t>
            </a:r>
          </a:p>
        </p:txBody>
      </p:sp>
      <p:sp>
        <p:nvSpPr>
          <p:cNvPr id="46" name="Rektangel 45"/>
          <p:cNvSpPr/>
          <p:nvPr/>
        </p:nvSpPr>
        <p:spPr bwMode="auto">
          <a:xfrm>
            <a:off x="3540623" y="2276872"/>
            <a:ext cx="2485861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Text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Text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6" name="Gruppe 41"/>
          <p:cNvGrpSpPr/>
          <p:nvPr/>
        </p:nvGrpSpPr>
        <p:grpSpPr>
          <a:xfrm>
            <a:off x="3491880" y="3861048"/>
            <a:ext cx="2808311" cy="2299172"/>
            <a:chOff x="755577" y="1556792"/>
            <a:chExt cx="4032448" cy="4464496"/>
          </a:xfrm>
        </p:grpSpPr>
        <p:sp>
          <p:nvSpPr>
            <p:cNvPr id="27" name="Pentagon 26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8" name="Lige forbindelse 27"/>
            <p:cNvCxnSpPr/>
            <p:nvPr/>
          </p:nvCxnSpPr>
          <p:spPr bwMode="auto">
            <a:xfrm>
              <a:off x="825566" y="2675384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3" name="Rektangel 32"/>
            <p:cNvSpPr/>
            <p:nvPr/>
          </p:nvSpPr>
          <p:spPr bwMode="auto">
            <a:xfrm>
              <a:off x="825566" y="1976266"/>
              <a:ext cx="3755669" cy="699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en-US" sz="1400" dirty="0"/>
                <a:t>[ Box heading ]</a:t>
              </a:r>
            </a:p>
          </p:txBody>
        </p:sp>
        <p:sp>
          <p:nvSpPr>
            <p:cNvPr id="34" name="Rektangel 33"/>
            <p:cNvSpPr/>
            <p:nvPr/>
          </p:nvSpPr>
          <p:spPr bwMode="auto">
            <a:xfrm>
              <a:off x="825566" y="2955032"/>
              <a:ext cx="3569443" cy="291236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Text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endParaRPr lang="da-DK" sz="1400" dirty="0"/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Text</a:t>
              </a:r>
            </a:p>
          </p:txBody>
        </p:sp>
      </p:grpSp>
      <p:sp>
        <p:nvSpPr>
          <p:cNvPr id="3" name="Pentagon 2"/>
          <p:cNvSpPr/>
          <p:nvPr/>
        </p:nvSpPr>
        <p:spPr bwMode="auto">
          <a:xfrm>
            <a:off x="755577" y="1556792"/>
            <a:ext cx="2808311" cy="4598344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2" name="Lige forbindelse 11"/>
          <p:cNvCxnSpPr/>
          <p:nvPr/>
        </p:nvCxnSpPr>
        <p:spPr bwMode="auto">
          <a:xfrm>
            <a:off x="804319" y="2150127"/>
            <a:ext cx="248586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804319" y="1556792"/>
            <a:ext cx="2485861" cy="59333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en-US" sz="1400" dirty="0"/>
              <a:t>[ Box heading ]</a:t>
            </a:r>
          </a:p>
        </p:txBody>
      </p:sp>
      <p:sp>
        <p:nvSpPr>
          <p:cNvPr id="14" name="Rektangel 13"/>
          <p:cNvSpPr/>
          <p:nvPr/>
        </p:nvSpPr>
        <p:spPr bwMode="auto">
          <a:xfrm>
            <a:off x="804319" y="2276872"/>
            <a:ext cx="2485861" cy="3719762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400" dirty="0"/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dirty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grpSp>
        <p:nvGrpSpPr>
          <p:cNvPr id="7" name="Gruppe 31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8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0" name="Rektangel 4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51" name="Rektangel 5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49" name="Rektangel 4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54" name="Tekstboks 53"/>
          <p:cNvSpPr txBox="1"/>
          <p:nvPr/>
        </p:nvSpPr>
        <p:spPr>
          <a:xfrm>
            <a:off x="827584" y="6006802"/>
            <a:ext cx="2507421" cy="15850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e 35"/>
          <p:cNvGrpSpPr/>
          <p:nvPr/>
        </p:nvGrpSpPr>
        <p:grpSpPr>
          <a:xfrm>
            <a:off x="3491880" y="1556792"/>
            <a:ext cx="2459349" cy="4474368"/>
            <a:chOff x="755577" y="1556792"/>
            <a:chExt cx="3825656" cy="4474368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11" name="Gruppe 41"/>
          <p:cNvGrpSpPr/>
          <p:nvPr/>
        </p:nvGrpSpPr>
        <p:grpSpPr>
          <a:xfrm flipH="1">
            <a:off x="6084168" y="1556792"/>
            <a:ext cx="2592287" cy="4474368"/>
            <a:chOff x="755577" y="1556792"/>
            <a:chExt cx="4032448" cy="4474368"/>
          </a:xfrm>
        </p:grpSpPr>
        <p:sp>
          <p:nvSpPr>
            <p:cNvPr id="43" name="Pentagon 4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4" name="Lige forbindelse 43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" name="Rektangel 44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6" name="Rektangel 45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7" name="Tekstboks 46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der peger mod én i midten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19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15" name="Gruppe 20"/>
          <p:cNvGrpSpPr/>
          <p:nvPr/>
        </p:nvGrpSpPr>
        <p:grpSpPr>
          <a:xfrm>
            <a:off x="755577" y="1556792"/>
            <a:ext cx="2592287" cy="4474368"/>
            <a:chOff x="755577" y="1556792"/>
            <a:chExt cx="4032448" cy="4474368"/>
          </a:xfrm>
        </p:grpSpPr>
        <p:sp>
          <p:nvSpPr>
            <p:cNvPr id="3" name="Pentagon 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22" name="Tekstboks 21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436567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e 35"/>
          <p:cNvGrpSpPr/>
          <p:nvPr/>
        </p:nvGrpSpPr>
        <p:grpSpPr>
          <a:xfrm>
            <a:off x="3491880" y="1562038"/>
            <a:ext cx="2459349" cy="4474368"/>
            <a:chOff x="755577" y="1556792"/>
            <a:chExt cx="3825656" cy="4474368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Hvid kasse, 4 der peger mod én i midten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20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24" name="Gruppe 23"/>
          <p:cNvGrpSpPr/>
          <p:nvPr/>
        </p:nvGrpSpPr>
        <p:grpSpPr>
          <a:xfrm>
            <a:off x="755577" y="1556792"/>
            <a:ext cx="2592287" cy="2155474"/>
            <a:chOff x="755577" y="1556792"/>
            <a:chExt cx="2592287" cy="2155474"/>
          </a:xfrm>
        </p:grpSpPr>
        <p:sp>
          <p:nvSpPr>
            <p:cNvPr id="3" name="Pentagon 2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00569" y="2060848"/>
              <a:ext cx="2294641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00569" y="1782722"/>
              <a:ext cx="2294641" cy="27812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00569" y="2060848"/>
              <a:ext cx="2294641" cy="1577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22" name="Tekstboks 21"/>
            <p:cNvSpPr txBox="1"/>
            <p:nvPr/>
          </p:nvSpPr>
          <p:spPr>
            <a:xfrm>
              <a:off x="801867" y="3570726"/>
              <a:ext cx="2314542" cy="742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35" name="Gruppe 34"/>
          <p:cNvGrpSpPr/>
          <p:nvPr/>
        </p:nvGrpSpPr>
        <p:grpSpPr>
          <a:xfrm>
            <a:off x="773266" y="3880932"/>
            <a:ext cx="2592287" cy="2155474"/>
            <a:chOff x="755577" y="1556792"/>
            <a:chExt cx="2592287" cy="2155474"/>
          </a:xfrm>
        </p:grpSpPr>
        <p:sp>
          <p:nvSpPr>
            <p:cNvPr id="36" name="Pentagon 35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2" name="Lige forbindelse 41"/>
            <p:cNvCxnSpPr/>
            <p:nvPr/>
          </p:nvCxnSpPr>
          <p:spPr bwMode="auto">
            <a:xfrm>
              <a:off x="800569" y="2060848"/>
              <a:ext cx="2294641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8" name="Rektangel 47"/>
            <p:cNvSpPr/>
            <p:nvPr/>
          </p:nvSpPr>
          <p:spPr bwMode="auto">
            <a:xfrm>
              <a:off x="800569" y="1782722"/>
              <a:ext cx="2294641" cy="27812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9" name="Rektangel 48"/>
            <p:cNvSpPr/>
            <p:nvPr/>
          </p:nvSpPr>
          <p:spPr bwMode="auto">
            <a:xfrm>
              <a:off x="800569" y="2060848"/>
              <a:ext cx="2294641" cy="1577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50" name="Tekstboks 21"/>
            <p:cNvSpPr txBox="1"/>
            <p:nvPr/>
          </p:nvSpPr>
          <p:spPr>
            <a:xfrm>
              <a:off x="801867" y="3570726"/>
              <a:ext cx="2314542" cy="742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51" name="Gruppe 50"/>
          <p:cNvGrpSpPr/>
          <p:nvPr/>
        </p:nvGrpSpPr>
        <p:grpSpPr>
          <a:xfrm flipH="1">
            <a:off x="6084168" y="1556792"/>
            <a:ext cx="2592287" cy="2155474"/>
            <a:chOff x="755577" y="1556792"/>
            <a:chExt cx="2592287" cy="2155474"/>
          </a:xfrm>
        </p:grpSpPr>
        <p:sp>
          <p:nvSpPr>
            <p:cNvPr id="52" name="Pentagon 51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53" name="Lige forbindelse 52"/>
            <p:cNvCxnSpPr/>
            <p:nvPr/>
          </p:nvCxnSpPr>
          <p:spPr bwMode="auto">
            <a:xfrm>
              <a:off x="800569" y="2060848"/>
              <a:ext cx="2294641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4" name="Rektangel 53"/>
            <p:cNvSpPr/>
            <p:nvPr/>
          </p:nvSpPr>
          <p:spPr bwMode="auto">
            <a:xfrm>
              <a:off x="800569" y="1782722"/>
              <a:ext cx="2294641" cy="27812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55" name="Rektangel 54"/>
            <p:cNvSpPr/>
            <p:nvPr/>
          </p:nvSpPr>
          <p:spPr bwMode="auto">
            <a:xfrm>
              <a:off x="800569" y="2060848"/>
              <a:ext cx="2294641" cy="1577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56" name="Tekstboks 21"/>
            <p:cNvSpPr txBox="1"/>
            <p:nvPr/>
          </p:nvSpPr>
          <p:spPr>
            <a:xfrm>
              <a:off x="801867" y="3570726"/>
              <a:ext cx="2314542" cy="742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57" name="Gruppe 56"/>
          <p:cNvGrpSpPr/>
          <p:nvPr/>
        </p:nvGrpSpPr>
        <p:grpSpPr>
          <a:xfrm flipH="1">
            <a:off x="6101857" y="3880932"/>
            <a:ext cx="2592287" cy="2155474"/>
            <a:chOff x="755577" y="1556792"/>
            <a:chExt cx="2592287" cy="2155474"/>
          </a:xfrm>
        </p:grpSpPr>
        <p:sp>
          <p:nvSpPr>
            <p:cNvPr id="58" name="Pentagon 57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59" name="Lige forbindelse 58"/>
            <p:cNvCxnSpPr/>
            <p:nvPr/>
          </p:nvCxnSpPr>
          <p:spPr bwMode="auto">
            <a:xfrm>
              <a:off x="800569" y="2060848"/>
              <a:ext cx="2294641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60" name="Rektangel 59"/>
            <p:cNvSpPr/>
            <p:nvPr/>
          </p:nvSpPr>
          <p:spPr bwMode="auto">
            <a:xfrm>
              <a:off x="800569" y="1782722"/>
              <a:ext cx="2294641" cy="27812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61" name="Rektangel 60"/>
            <p:cNvSpPr/>
            <p:nvPr/>
          </p:nvSpPr>
          <p:spPr bwMode="auto">
            <a:xfrm>
              <a:off x="800569" y="2060848"/>
              <a:ext cx="2294641" cy="1577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62" name="Tekstboks 21"/>
            <p:cNvSpPr txBox="1"/>
            <p:nvPr/>
          </p:nvSpPr>
          <p:spPr>
            <a:xfrm>
              <a:off x="801867" y="3570726"/>
              <a:ext cx="2314542" cy="742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89422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Objekt 34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Matrix med to ned og kasser med pile</a:t>
            </a:r>
          </a:p>
        </p:txBody>
      </p:sp>
      <p:graphicFrame>
        <p:nvGraphicFramePr>
          <p:cNvPr id="34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4421029"/>
              </p:ext>
            </p:extLst>
          </p:nvPr>
        </p:nvGraphicFramePr>
        <p:xfrm>
          <a:off x="755576" y="1298352"/>
          <a:ext cx="8049912" cy="529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a-DK" sz="1400" b="1" dirty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 on two lines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36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r>
                        <a:rPr lang="en-US" sz="1400" dirty="0"/>
                        <a:t>[ Text ] </a:t>
                      </a:r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8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Add notes ]</a:t>
                      </a: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21</a:t>
            </a:fld>
            <a:endParaRPr lang="da-DK" noProof="0"/>
          </a:p>
        </p:txBody>
      </p:sp>
      <p:sp>
        <p:nvSpPr>
          <p:cNvPr id="27" name="Pentagon 26"/>
          <p:cNvSpPr/>
          <p:nvPr/>
        </p:nvSpPr>
        <p:spPr bwMode="auto">
          <a:xfrm>
            <a:off x="755576" y="1946424"/>
            <a:ext cx="1512168" cy="1872208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30" name="Pentagon 29"/>
          <p:cNvSpPr/>
          <p:nvPr/>
        </p:nvSpPr>
        <p:spPr bwMode="auto">
          <a:xfrm>
            <a:off x="755576" y="4178672"/>
            <a:ext cx="1512168" cy="1872208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grpSp>
        <p:nvGrpSpPr>
          <p:cNvPr id="36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7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9" name="Rektangel 3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overskriften enkelte række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med passende overskrifter. De må maksimalt være to linjer.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overflødige kolonner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indholdet i tabellen. Brug gerne </a:t>
                </a:r>
                <a:r>
                  <a:rPr lang="da-DK" sz="1600" dirty="0" err="1"/>
                  <a:t>harvey</a:t>
                </a:r>
                <a:r>
                  <a:rPr lang="da-DK" sz="1600" dirty="0"/>
                  <a:t> </a:t>
                </a:r>
                <a:r>
                  <a:rPr lang="da-DK" sz="1600" dirty="0" err="1"/>
                  <a:t>balls</a:t>
                </a:r>
                <a:r>
                  <a:rPr lang="da-DK" sz="1600" dirty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40" name="Rektangel 3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8" name="Rektangel 3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Objekt 34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Matrix med tre ned og kasser med pile</a:t>
            </a:r>
          </a:p>
        </p:txBody>
      </p:sp>
      <p:graphicFrame>
        <p:nvGraphicFramePr>
          <p:cNvPr id="34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4421029"/>
              </p:ext>
            </p:extLst>
          </p:nvPr>
        </p:nvGraphicFramePr>
        <p:xfrm>
          <a:off x="755576" y="1298352"/>
          <a:ext cx="8049912" cy="529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a-DK" sz="1400" b="1" dirty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Heading on two lines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2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2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6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Add notes ]</a:t>
                      </a: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22</a:t>
            </a:fld>
            <a:endParaRPr lang="da-DK" noProof="0"/>
          </a:p>
        </p:txBody>
      </p:sp>
      <p:sp>
        <p:nvSpPr>
          <p:cNvPr id="27" name="Pentagon 26"/>
          <p:cNvSpPr/>
          <p:nvPr/>
        </p:nvSpPr>
        <p:spPr bwMode="auto">
          <a:xfrm>
            <a:off x="755576" y="1976016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30" name="Pentagon 29"/>
          <p:cNvSpPr/>
          <p:nvPr/>
        </p:nvSpPr>
        <p:spPr bwMode="auto">
          <a:xfrm>
            <a:off x="755576" y="4869160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8" name="Pentagon 7"/>
          <p:cNvSpPr/>
          <p:nvPr/>
        </p:nvSpPr>
        <p:spPr bwMode="auto">
          <a:xfrm>
            <a:off x="755576" y="3422588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grpSp>
        <p:nvGrpSpPr>
          <p:cNvPr id="9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0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2" name="Rektangel 1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overskriften enkelte række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med passende overskrifter. De må maksimalt være to linjer.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indholdet i tabellen. Brug gerne </a:t>
                </a:r>
                <a:r>
                  <a:rPr lang="da-DK" sz="1600" dirty="0" err="1"/>
                  <a:t>harvey</a:t>
                </a:r>
                <a:r>
                  <a:rPr lang="da-DK" sz="1600" dirty="0"/>
                  <a:t> </a:t>
                </a:r>
                <a:r>
                  <a:rPr lang="da-DK" sz="1600" dirty="0" err="1"/>
                  <a:t>balls</a:t>
                </a:r>
                <a:r>
                  <a:rPr lang="da-DK" sz="1600" dirty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1" name="Rektangel 1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Objekt 34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Matrix med fire ned og kasser med pile</a:t>
            </a:r>
          </a:p>
        </p:txBody>
      </p:sp>
      <p:graphicFrame>
        <p:nvGraphicFramePr>
          <p:cNvPr id="34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4421029"/>
              </p:ext>
            </p:extLst>
          </p:nvPr>
        </p:nvGraphicFramePr>
        <p:xfrm>
          <a:off x="755576" y="1298352"/>
          <a:ext cx="8049912" cy="5260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a-DK" sz="1400" b="1" dirty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 on two lines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36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Add notes ]</a:t>
                      </a: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23</a:t>
            </a:fld>
            <a:endParaRPr lang="da-DK" noProof="0"/>
          </a:p>
        </p:txBody>
      </p:sp>
      <p:sp>
        <p:nvSpPr>
          <p:cNvPr id="27" name="Pentagon 26"/>
          <p:cNvSpPr/>
          <p:nvPr/>
        </p:nvSpPr>
        <p:spPr bwMode="auto">
          <a:xfrm>
            <a:off x="755576" y="1940835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30" name="Pentagon 29"/>
          <p:cNvSpPr/>
          <p:nvPr/>
        </p:nvSpPr>
        <p:spPr bwMode="auto">
          <a:xfrm>
            <a:off x="755576" y="4149081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8" name="Pentagon 7"/>
          <p:cNvSpPr/>
          <p:nvPr/>
        </p:nvSpPr>
        <p:spPr bwMode="auto">
          <a:xfrm>
            <a:off x="755576" y="3044958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grpSp>
        <p:nvGrpSpPr>
          <p:cNvPr id="9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0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2" name="Rektangel 1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overskriften enkelte række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med passende overskrifter. De må maksimalt være to linjer.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indholdet i tabellen. Brug gerne </a:t>
                </a:r>
                <a:r>
                  <a:rPr lang="da-DK" sz="1600" dirty="0" err="1"/>
                  <a:t>harvey</a:t>
                </a:r>
                <a:r>
                  <a:rPr lang="da-DK" sz="1600" dirty="0"/>
                  <a:t> </a:t>
                </a:r>
                <a:r>
                  <a:rPr lang="da-DK" sz="1600" dirty="0" err="1"/>
                  <a:t>balls</a:t>
                </a:r>
                <a:r>
                  <a:rPr lang="da-DK" sz="1600" dirty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1" name="Rektangel 1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4" name="Pentagon 13"/>
          <p:cNvSpPr/>
          <p:nvPr/>
        </p:nvSpPr>
        <p:spPr bwMode="auto">
          <a:xfrm>
            <a:off x="755576" y="5253203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Objekt 34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Matrix med fem ned og kasser med pile</a:t>
            </a:r>
          </a:p>
        </p:txBody>
      </p:sp>
      <p:graphicFrame>
        <p:nvGraphicFramePr>
          <p:cNvPr id="34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4421029"/>
              </p:ext>
            </p:extLst>
          </p:nvPr>
        </p:nvGraphicFramePr>
        <p:xfrm>
          <a:off x="755576" y="1298352"/>
          <a:ext cx="8049912" cy="5329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a-DK" sz="1400" b="1" dirty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 on two lines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Add notes ]</a:t>
                      </a: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24</a:t>
            </a:fld>
            <a:endParaRPr lang="da-DK" noProof="0"/>
          </a:p>
        </p:txBody>
      </p:sp>
      <p:sp>
        <p:nvSpPr>
          <p:cNvPr id="27" name="Pentagon 26"/>
          <p:cNvSpPr/>
          <p:nvPr/>
        </p:nvSpPr>
        <p:spPr bwMode="auto">
          <a:xfrm>
            <a:off x="755576" y="1940835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30" name="Pentagon 29"/>
          <p:cNvSpPr/>
          <p:nvPr/>
        </p:nvSpPr>
        <p:spPr bwMode="auto">
          <a:xfrm>
            <a:off x="755576" y="4623132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8" name="Pentagon 7"/>
          <p:cNvSpPr/>
          <p:nvPr/>
        </p:nvSpPr>
        <p:spPr bwMode="auto">
          <a:xfrm>
            <a:off x="755576" y="3729033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2" name="Rektangel 1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overskriften enkelte række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med passende overskrifter. De må maksimalt være to linjer.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indholdet i tabellen. Brug gerne </a:t>
                </a:r>
                <a:r>
                  <a:rPr lang="da-DK" sz="1600" dirty="0" err="1"/>
                  <a:t>harvey</a:t>
                </a:r>
                <a:r>
                  <a:rPr lang="da-DK" sz="1600" dirty="0"/>
                  <a:t> </a:t>
                </a:r>
                <a:r>
                  <a:rPr lang="da-DK" sz="1600" dirty="0" err="1"/>
                  <a:t>balls</a:t>
                </a:r>
                <a:r>
                  <a:rPr lang="da-DK" sz="1600" dirty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1" name="Rektangel 1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4" name="Pentagon 13"/>
          <p:cNvSpPr/>
          <p:nvPr/>
        </p:nvSpPr>
        <p:spPr bwMode="auto">
          <a:xfrm>
            <a:off x="755576" y="5517232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15" name="Pentagon 14"/>
          <p:cNvSpPr/>
          <p:nvPr/>
        </p:nvSpPr>
        <p:spPr bwMode="auto">
          <a:xfrm>
            <a:off x="755576" y="2834934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Hierarki, 2 niveauer, 2 kasser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25</a:t>
            </a:fld>
            <a:endParaRPr lang="da-DK" noProof="0"/>
          </a:p>
        </p:txBody>
      </p:sp>
      <p:graphicFrame>
        <p:nvGraphicFramePr>
          <p:cNvPr id="17" name="Tabel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2753969"/>
              </p:ext>
            </p:extLst>
          </p:nvPr>
        </p:nvGraphicFramePr>
        <p:xfrm>
          <a:off x="467544" y="1484784"/>
          <a:ext cx="8460000" cy="513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2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3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ektangel 4"/>
          <p:cNvSpPr/>
          <p:nvPr/>
        </p:nvSpPr>
        <p:spPr bwMode="auto">
          <a:xfrm>
            <a:off x="467544" y="3284984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132856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4437112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2924944"/>
            <a:ext cx="216024" cy="11521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077072"/>
            <a:ext cx="216024" cy="11521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AutoShape 26"/>
          <p:cNvSpPr>
            <a:spLocks noChangeArrowheads="1"/>
          </p:cNvSpPr>
          <p:nvPr/>
        </p:nvSpPr>
        <p:spPr bwMode="auto">
          <a:xfrm rot="5400000">
            <a:off x="3914358" y="2790499"/>
            <a:ext cx="1584177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1" name="AutoShape 26"/>
          <p:cNvSpPr>
            <a:spLocks noChangeArrowheads="1"/>
          </p:cNvSpPr>
          <p:nvPr/>
        </p:nvSpPr>
        <p:spPr bwMode="auto">
          <a:xfrm rot="5400000">
            <a:off x="3914358" y="5094754"/>
            <a:ext cx="1584177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grpSp>
        <p:nvGrpSpPr>
          <p:cNvPr id="22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3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indholdet i tabellen. Brug gerne </a:t>
                </a:r>
                <a:r>
                  <a:rPr lang="da-DK" sz="1600" dirty="0" err="1"/>
                  <a:t>harvey</a:t>
                </a:r>
                <a:r>
                  <a:rPr lang="da-DK" sz="1600" dirty="0"/>
                  <a:t> </a:t>
                </a:r>
                <a:r>
                  <a:rPr lang="da-DK" sz="1600" dirty="0" err="1"/>
                  <a:t>balls</a:t>
                </a:r>
                <a:r>
                  <a:rPr lang="da-DK" sz="1600" dirty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Hierarki, 2 niveauer, 3 kasser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26</a:t>
            </a:fld>
            <a:endParaRPr lang="da-DK" noProof="0"/>
          </a:p>
        </p:txBody>
      </p:sp>
      <p:graphicFrame>
        <p:nvGraphicFramePr>
          <p:cNvPr id="17" name="Tabel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215652"/>
              </p:ext>
            </p:extLst>
          </p:nvPr>
        </p:nvGraphicFramePr>
        <p:xfrm>
          <a:off x="467544" y="1484784"/>
          <a:ext cx="8460000" cy="506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0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72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 gridSpan="13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Rektangel 4"/>
          <p:cNvSpPr/>
          <p:nvPr/>
        </p:nvSpPr>
        <p:spPr bwMode="auto">
          <a:xfrm>
            <a:off x="467544" y="357301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13285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7" name="Rektangel 6"/>
          <p:cNvSpPr/>
          <p:nvPr/>
        </p:nvSpPr>
        <p:spPr bwMode="auto">
          <a:xfrm>
            <a:off x="2555776" y="357301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501317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2636912"/>
            <a:ext cx="216024" cy="14401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077072"/>
            <a:ext cx="216024" cy="14401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6" name="Lige forbindelse 15"/>
          <p:cNvCxnSpPr>
            <a:stCxn id="5" idx="3"/>
            <a:endCxn id="7" idx="1"/>
          </p:cNvCxnSpPr>
          <p:nvPr/>
        </p:nvCxnSpPr>
        <p:spPr bwMode="auto">
          <a:xfrm>
            <a:off x="2339752" y="4077072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AutoShape 26"/>
          <p:cNvSpPr>
            <a:spLocks noChangeArrowheads="1"/>
          </p:cNvSpPr>
          <p:nvPr/>
        </p:nvSpPr>
        <p:spPr bwMode="auto">
          <a:xfrm rot="5400000">
            <a:off x="4202390" y="2502467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4" name="AutoShape 26"/>
          <p:cNvSpPr>
            <a:spLocks noChangeArrowheads="1"/>
          </p:cNvSpPr>
          <p:nvPr/>
        </p:nvSpPr>
        <p:spPr bwMode="auto">
          <a:xfrm rot="5400000">
            <a:off x="4202390" y="3942626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5" name="AutoShape 26"/>
          <p:cNvSpPr>
            <a:spLocks noChangeArrowheads="1"/>
          </p:cNvSpPr>
          <p:nvPr/>
        </p:nvSpPr>
        <p:spPr bwMode="auto">
          <a:xfrm rot="5400000">
            <a:off x="4202390" y="5382786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grpSp>
        <p:nvGrpSpPr>
          <p:cNvPr id="19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0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2" name="Rektangel 2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indholdet i tabellen. Brug gerne </a:t>
                </a:r>
                <a:r>
                  <a:rPr lang="da-DK" sz="1600" dirty="0" err="1"/>
                  <a:t>harvey</a:t>
                </a:r>
                <a:r>
                  <a:rPr lang="da-DK" sz="1600" dirty="0"/>
                  <a:t> </a:t>
                </a:r>
                <a:r>
                  <a:rPr lang="da-DK" sz="1600" dirty="0" err="1"/>
                  <a:t>balls</a:t>
                </a:r>
                <a:r>
                  <a:rPr lang="da-DK" sz="1600" dirty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3" name="Rektangel 2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1" name="Rektangel 2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Hierarki, 2 niveauer, 4 kasser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27</a:t>
            </a:fld>
            <a:endParaRPr lang="da-DK" noProof="0"/>
          </a:p>
        </p:txBody>
      </p:sp>
      <p:graphicFrame>
        <p:nvGraphicFramePr>
          <p:cNvPr id="17" name="Tabel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177291"/>
              </p:ext>
            </p:extLst>
          </p:nvPr>
        </p:nvGraphicFramePr>
        <p:xfrm>
          <a:off x="467544" y="1484784"/>
          <a:ext cx="8460000" cy="5101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 gridSpan="13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Rektangel 4"/>
          <p:cNvSpPr/>
          <p:nvPr/>
        </p:nvSpPr>
        <p:spPr bwMode="auto">
          <a:xfrm>
            <a:off x="467544" y="3691920"/>
            <a:ext cx="1872208" cy="81720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132856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7" name="Rektangel 6"/>
          <p:cNvSpPr/>
          <p:nvPr/>
        </p:nvSpPr>
        <p:spPr bwMode="auto">
          <a:xfrm>
            <a:off x="2555776" y="4197086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522920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2540901"/>
            <a:ext cx="216024" cy="155961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100520"/>
            <a:ext cx="216024" cy="15367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AutoShape 26"/>
          <p:cNvSpPr>
            <a:spLocks noChangeArrowheads="1"/>
          </p:cNvSpPr>
          <p:nvPr/>
        </p:nvSpPr>
        <p:spPr bwMode="auto">
          <a:xfrm rot="5400000">
            <a:off x="4310403" y="2418455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3" name="Rektangel 22"/>
          <p:cNvSpPr/>
          <p:nvPr/>
        </p:nvSpPr>
        <p:spPr bwMode="auto">
          <a:xfrm>
            <a:off x="2555776" y="3164971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28" name="Vinklet forbindelse 27"/>
          <p:cNvCxnSpPr>
            <a:stCxn id="5" idx="3"/>
            <a:endCxn id="23" idx="1"/>
          </p:cNvCxnSpPr>
          <p:nvPr/>
        </p:nvCxnSpPr>
        <p:spPr bwMode="auto">
          <a:xfrm flipV="1">
            <a:off x="2339752" y="3573016"/>
            <a:ext cx="216024" cy="5275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0" name="Vinklet forbindelse 29"/>
          <p:cNvCxnSpPr>
            <a:stCxn id="5" idx="3"/>
            <a:endCxn id="7" idx="1"/>
          </p:cNvCxnSpPr>
          <p:nvPr/>
        </p:nvCxnSpPr>
        <p:spPr bwMode="auto">
          <a:xfrm>
            <a:off x="2339752" y="4100520"/>
            <a:ext cx="216024" cy="50461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1" name="AutoShape 26"/>
          <p:cNvSpPr>
            <a:spLocks noChangeArrowheads="1"/>
          </p:cNvSpPr>
          <p:nvPr/>
        </p:nvSpPr>
        <p:spPr bwMode="auto">
          <a:xfrm rot="5400000">
            <a:off x="4310403" y="3450570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7" name="AutoShape 26"/>
          <p:cNvSpPr>
            <a:spLocks noChangeArrowheads="1"/>
          </p:cNvSpPr>
          <p:nvPr/>
        </p:nvSpPr>
        <p:spPr bwMode="auto">
          <a:xfrm rot="5400000">
            <a:off x="4310403" y="4482685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8" name="AutoShape 26"/>
          <p:cNvSpPr>
            <a:spLocks noChangeArrowheads="1"/>
          </p:cNvSpPr>
          <p:nvPr/>
        </p:nvSpPr>
        <p:spPr bwMode="auto">
          <a:xfrm rot="5400000">
            <a:off x="4310403" y="5514799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grpSp>
        <p:nvGrpSpPr>
          <p:cNvPr id="39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0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42" name="Rektangel 4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indholdet i tabellen. Brug gerne </a:t>
                </a:r>
                <a:r>
                  <a:rPr lang="da-DK" sz="1600" dirty="0" err="1"/>
                  <a:t>harvey</a:t>
                </a:r>
                <a:r>
                  <a:rPr lang="da-DK" sz="1600" dirty="0"/>
                  <a:t> </a:t>
                </a:r>
                <a:r>
                  <a:rPr lang="da-DK" sz="1600" dirty="0" err="1"/>
                  <a:t>balls</a:t>
                </a:r>
                <a:r>
                  <a:rPr lang="da-DK" sz="1600" dirty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43" name="Rektangel 4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41" name="Rektangel 4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Hierarki, 2 niveauer, 5 kasser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28</a:t>
            </a:fld>
            <a:endParaRPr lang="da-DK" noProof="0"/>
          </a:p>
        </p:txBody>
      </p:sp>
      <p:graphicFrame>
        <p:nvGraphicFramePr>
          <p:cNvPr id="17" name="Tabel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797834"/>
              </p:ext>
            </p:extLst>
          </p:nvPr>
        </p:nvGraphicFramePr>
        <p:xfrm>
          <a:off x="467544" y="1628800"/>
          <a:ext cx="8460000" cy="5004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6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200" dirty="0"/>
                    </a:p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70840">
                <a:tc gridSpan="13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5" name="Rektangel 4"/>
          <p:cNvSpPr/>
          <p:nvPr/>
        </p:nvSpPr>
        <p:spPr bwMode="auto">
          <a:xfrm>
            <a:off x="467544" y="3945057"/>
            <a:ext cx="1872208" cy="57600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39688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7" name="Rektangel 6"/>
          <p:cNvSpPr/>
          <p:nvPr/>
        </p:nvSpPr>
        <p:spPr bwMode="auto">
          <a:xfrm>
            <a:off x="2555776" y="4719143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549322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2684917"/>
            <a:ext cx="216024" cy="15481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233057"/>
            <a:ext cx="216024" cy="15482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AutoShape 26"/>
          <p:cNvSpPr>
            <a:spLocks noChangeArrowheads="1"/>
          </p:cNvSpPr>
          <p:nvPr/>
        </p:nvSpPr>
        <p:spPr bwMode="auto">
          <a:xfrm rot="5400000">
            <a:off x="4418446" y="255050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3" name="Rektangel 22"/>
          <p:cNvSpPr/>
          <p:nvPr/>
        </p:nvSpPr>
        <p:spPr bwMode="auto">
          <a:xfrm>
            <a:off x="2555776" y="3945057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28" name="Vinklet forbindelse 27"/>
          <p:cNvCxnSpPr>
            <a:stCxn id="5" idx="3"/>
            <a:endCxn id="23" idx="1"/>
          </p:cNvCxnSpPr>
          <p:nvPr/>
        </p:nvCxnSpPr>
        <p:spPr bwMode="auto">
          <a:xfrm>
            <a:off x="2339752" y="4233057"/>
            <a:ext cx="216024" cy="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0" name="Vinklet forbindelse 29"/>
          <p:cNvCxnSpPr>
            <a:stCxn id="5" idx="3"/>
            <a:endCxn id="7" idx="1"/>
          </p:cNvCxnSpPr>
          <p:nvPr/>
        </p:nvCxnSpPr>
        <p:spPr bwMode="auto">
          <a:xfrm>
            <a:off x="2339752" y="4233057"/>
            <a:ext cx="216024" cy="77411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2" name="Rektangel 31"/>
          <p:cNvSpPr/>
          <p:nvPr/>
        </p:nvSpPr>
        <p:spPr bwMode="auto">
          <a:xfrm>
            <a:off x="2555776" y="3170971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42" name="Vinklet forbindelse 41"/>
          <p:cNvCxnSpPr>
            <a:stCxn id="5" idx="3"/>
            <a:endCxn id="32" idx="1"/>
          </p:cNvCxnSpPr>
          <p:nvPr/>
        </p:nvCxnSpPr>
        <p:spPr bwMode="auto">
          <a:xfrm flipV="1">
            <a:off x="2339752" y="3459003"/>
            <a:ext cx="216024" cy="7740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6" name="AutoShape 26"/>
          <p:cNvSpPr>
            <a:spLocks noChangeArrowheads="1"/>
          </p:cNvSpPr>
          <p:nvPr/>
        </p:nvSpPr>
        <p:spPr bwMode="auto">
          <a:xfrm rot="5400000">
            <a:off x="4418447" y="332458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47" name="AutoShape 26"/>
          <p:cNvSpPr>
            <a:spLocks noChangeArrowheads="1"/>
          </p:cNvSpPr>
          <p:nvPr/>
        </p:nvSpPr>
        <p:spPr bwMode="auto">
          <a:xfrm rot="5400000">
            <a:off x="4418447" y="4098610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48" name="AutoShape 26"/>
          <p:cNvSpPr>
            <a:spLocks noChangeArrowheads="1"/>
          </p:cNvSpPr>
          <p:nvPr/>
        </p:nvSpPr>
        <p:spPr bwMode="auto">
          <a:xfrm rot="5400000">
            <a:off x="4418447" y="4872696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49" name="AutoShape 26"/>
          <p:cNvSpPr>
            <a:spLocks noChangeArrowheads="1"/>
          </p:cNvSpPr>
          <p:nvPr/>
        </p:nvSpPr>
        <p:spPr bwMode="auto">
          <a:xfrm rot="5400000">
            <a:off x="4418447" y="5646846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grpSp>
        <p:nvGrpSpPr>
          <p:cNvPr id="50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1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3" name="Rektangel 5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indholdet i tabellen. Brug gerne </a:t>
                </a:r>
                <a:r>
                  <a:rPr lang="da-DK" sz="1600" dirty="0" err="1"/>
                  <a:t>harvey</a:t>
                </a:r>
                <a:r>
                  <a:rPr lang="da-DK" sz="1600" dirty="0"/>
                  <a:t> </a:t>
                </a:r>
                <a:r>
                  <a:rPr lang="da-DK" sz="1600" dirty="0" err="1"/>
                  <a:t>balls</a:t>
                </a:r>
                <a:r>
                  <a:rPr lang="da-DK" sz="1600" dirty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54" name="Rektangel 5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2" name="Rektangel 5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Hierarki, 3 niveauer, 1-3-2 kasser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29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467544" y="3645024"/>
            <a:ext cx="1872208" cy="12962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49289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551723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2780928"/>
            <a:ext cx="216024" cy="15122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293128"/>
            <a:ext cx="216024" cy="151213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3" name="Rektangel 22"/>
          <p:cNvSpPr/>
          <p:nvPr/>
        </p:nvSpPr>
        <p:spPr bwMode="auto">
          <a:xfrm>
            <a:off x="2555776" y="4005064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28" name="Vinklet forbindelse 27"/>
          <p:cNvCxnSpPr>
            <a:stCxn id="5" idx="3"/>
            <a:endCxn id="23" idx="1"/>
          </p:cNvCxnSpPr>
          <p:nvPr/>
        </p:nvCxnSpPr>
        <p:spPr bwMode="auto">
          <a:xfrm flipV="1">
            <a:off x="2339752" y="4293096"/>
            <a:ext cx="216024" cy="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3" name="Rektangel 5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indholdet i tabellen. Brug gerne </a:t>
                </a:r>
                <a:r>
                  <a:rPr lang="da-DK" sz="1600" dirty="0" err="1"/>
                  <a:t>harvey</a:t>
                </a:r>
                <a:r>
                  <a:rPr lang="da-DK" sz="1600" dirty="0"/>
                  <a:t> </a:t>
                </a:r>
                <a:r>
                  <a:rPr lang="da-DK" sz="1600" dirty="0" err="1"/>
                  <a:t>balls</a:t>
                </a:r>
                <a:r>
                  <a:rPr lang="da-DK" sz="1600" dirty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54" name="Rektangel 5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2" name="Rektangel 5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7" name="Rektangel 26"/>
          <p:cNvSpPr/>
          <p:nvPr/>
        </p:nvSpPr>
        <p:spPr bwMode="auto">
          <a:xfrm>
            <a:off x="4644008" y="213285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29" name="Rektangel 28"/>
          <p:cNvSpPr/>
          <p:nvPr/>
        </p:nvSpPr>
        <p:spPr bwMode="auto">
          <a:xfrm>
            <a:off x="4644008" y="287813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1" name="AutoShape 26"/>
          <p:cNvSpPr>
            <a:spLocks noChangeArrowheads="1"/>
          </p:cNvSpPr>
          <p:nvPr/>
        </p:nvSpPr>
        <p:spPr bwMode="auto">
          <a:xfrm rot="5400000">
            <a:off x="6506679" y="2286409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3" name="AutoShape 26"/>
          <p:cNvSpPr>
            <a:spLocks noChangeArrowheads="1"/>
          </p:cNvSpPr>
          <p:nvPr/>
        </p:nvSpPr>
        <p:spPr bwMode="auto">
          <a:xfrm rot="5400000">
            <a:off x="6506679" y="303169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4" name="Rektangel 33"/>
          <p:cNvSpPr/>
          <p:nvPr/>
        </p:nvSpPr>
        <p:spPr bwMode="auto">
          <a:xfrm>
            <a:off x="4644008" y="5113988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5" name="Rektangel 34"/>
          <p:cNvSpPr/>
          <p:nvPr/>
        </p:nvSpPr>
        <p:spPr bwMode="auto">
          <a:xfrm>
            <a:off x="4644008" y="585927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6" name="AutoShape 26"/>
          <p:cNvSpPr>
            <a:spLocks noChangeArrowheads="1"/>
          </p:cNvSpPr>
          <p:nvPr/>
        </p:nvSpPr>
        <p:spPr bwMode="auto">
          <a:xfrm rot="5400000">
            <a:off x="6506679" y="526760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7" name="AutoShape 26"/>
          <p:cNvSpPr>
            <a:spLocks noChangeArrowheads="1"/>
          </p:cNvSpPr>
          <p:nvPr/>
        </p:nvSpPr>
        <p:spPr bwMode="auto">
          <a:xfrm rot="5400000">
            <a:off x="6506679" y="6012887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8" name="Rektangel 37"/>
          <p:cNvSpPr/>
          <p:nvPr/>
        </p:nvSpPr>
        <p:spPr bwMode="auto">
          <a:xfrm>
            <a:off x="4644008" y="362342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9" name="Rektangel 38"/>
          <p:cNvSpPr/>
          <p:nvPr/>
        </p:nvSpPr>
        <p:spPr bwMode="auto">
          <a:xfrm>
            <a:off x="4644008" y="436870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40" name="AutoShape 26"/>
          <p:cNvSpPr>
            <a:spLocks noChangeArrowheads="1"/>
          </p:cNvSpPr>
          <p:nvPr/>
        </p:nvSpPr>
        <p:spPr bwMode="auto">
          <a:xfrm rot="5400000">
            <a:off x="6506679" y="377697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41" name="AutoShape 26"/>
          <p:cNvSpPr>
            <a:spLocks noChangeArrowheads="1"/>
          </p:cNvSpPr>
          <p:nvPr/>
        </p:nvSpPr>
        <p:spPr bwMode="auto">
          <a:xfrm rot="5400000">
            <a:off x="6506679" y="452225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cxnSp>
        <p:nvCxnSpPr>
          <p:cNvPr id="51" name="Vinklet forbindelse 50"/>
          <p:cNvCxnSpPr>
            <a:stCxn id="6" idx="3"/>
            <a:endCxn id="27" idx="1"/>
          </p:cNvCxnSpPr>
          <p:nvPr/>
        </p:nvCxnSpPr>
        <p:spPr bwMode="auto">
          <a:xfrm flipV="1">
            <a:off x="4427984" y="2420888"/>
            <a:ext cx="216024" cy="3600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6" name="Vinklet forbindelse 55"/>
          <p:cNvCxnSpPr>
            <a:stCxn id="6" idx="3"/>
            <a:endCxn id="29" idx="1"/>
          </p:cNvCxnSpPr>
          <p:nvPr/>
        </p:nvCxnSpPr>
        <p:spPr bwMode="auto">
          <a:xfrm>
            <a:off x="4427984" y="2780928"/>
            <a:ext cx="216024" cy="3852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8" name="Vinklet forbindelse 57"/>
          <p:cNvCxnSpPr>
            <a:stCxn id="23" idx="3"/>
            <a:endCxn id="38" idx="1"/>
          </p:cNvCxnSpPr>
          <p:nvPr/>
        </p:nvCxnSpPr>
        <p:spPr bwMode="auto">
          <a:xfrm flipV="1">
            <a:off x="4427984" y="3911454"/>
            <a:ext cx="216024" cy="3816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0" name="Vinklet forbindelse 59"/>
          <p:cNvCxnSpPr>
            <a:stCxn id="23" idx="3"/>
            <a:endCxn id="39" idx="1"/>
          </p:cNvCxnSpPr>
          <p:nvPr/>
        </p:nvCxnSpPr>
        <p:spPr bwMode="auto">
          <a:xfrm>
            <a:off x="4427984" y="4293096"/>
            <a:ext cx="216024" cy="36364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2" name="Vinklet forbindelse 61"/>
          <p:cNvCxnSpPr>
            <a:stCxn id="8" idx="3"/>
            <a:endCxn id="34" idx="1"/>
          </p:cNvCxnSpPr>
          <p:nvPr/>
        </p:nvCxnSpPr>
        <p:spPr bwMode="auto">
          <a:xfrm flipV="1">
            <a:off x="4427984" y="5402020"/>
            <a:ext cx="216024" cy="40324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6" name="Vinklet forbindelse 65"/>
          <p:cNvCxnSpPr>
            <a:stCxn id="8" idx="3"/>
            <a:endCxn id="35" idx="1"/>
          </p:cNvCxnSpPr>
          <p:nvPr/>
        </p:nvCxnSpPr>
        <p:spPr bwMode="auto">
          <a:xfrm>
            <a:off x="4427984" y="5805264"/>
            <a:ext cx="216024" cy="34203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67" name="Tabel 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4989535"/>
              </p:ext>
            </p:extLst>
          </p:nvPr>
        </p:nvGraphicFramePr>
        <p:xfrm>
          <a:off x="467544" y="1556792"/>
          <a:ext cx="8676000" cy="5351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200" dirty="0"/>
                    </a:p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370840">
                <a:tc gridSpan="11">
                  <a:txBody>
                    <a:bodyPr/>
                    <a:lstStyle/>
                    <a:p>
                      <a:r>
                        <a:rPr lang="en-US" sz="1000" dirty="0"/>
                        <a:t>        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Tabel 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626722"/>
              </p:ext>
            </p:extLst>
          </p:nvPr>
        </p:nvGraphicFramePr>
        <p:xfrm>
          <a:off x="467544" y="1556792"/>
          <a:ext cx="8676000" cy="5351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200" dirty="0"/>
                    </a:p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370840">
                <a:tc gridSpan="11">
                  <a:txBody>
                    <a:bodyPr/>
                    <a:lstStyle/>
                    <a:p>
                      <a:r>
                        <a:rPr lang="en-US" sz="1000" dirty="0"/>
                        <a:t>        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Hierarki, 3 niveauer, 1-2-3 kasser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30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467544" y="3645024"/>
            <a:ext cx="1872208" cy="12962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87813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511200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3166171"/>
            <a:ext cx="216024" cy="11269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293128"/>
            <a:ext cx="216024" cy="11069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7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3" name="Rektangel 5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indholdet i tabellen. Brug gerne </a:t>
                </a:r>
                <a:r>
                  <a:rPr lang="da-DK" sz="1600" dirty="0" err="1"/>
                  <a:t>harvey</a:t>
                </a:r>
                <a:r>
                  <a:rPr lang="da-DK" sz="1600" dirty="0"/>
                  <a:t> </a:t>
                </a:r>
                <a:r>
                  <a:rPr lang="da-DK" sz="1600" dirty="0" err="1"/>
                  <a:t>balls</a:t>
                </a:r>
                <a:r>
                  <a:rPr lang="da-DK" sz="1600" dirty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54" name="Rektangel 5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2" name="Rektangel 5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7" name="Rektangel 26"/>
          <p:cNvSpPr/>
          <p:nvPr/>
        </p:nvSpPr>
        <p:spPr bwMode="auto">
          <a:xfrm>
            <a:off x="4644008" y="213285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29" name="Rektangel 28"/>
          <p:cNvSpPr/>
          <p:nvPr/>
        </p:nvSpPr>
        <p:spPr bwMode="auto">
          <a:xfrm>
            <a:off x="4644008" y="287813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1" name="AutoShape 26"/>
          <p:cNvSpPr>
            <a:spLocks noChangeArrowheads="1"/>
          </p:cNvSpPr>
          <p:nvPr/>
        </p:nvSpPr>
        <p:spPr bwMode="auto">
          <a:xfrm rot="5400000">
            <a:off x="6506679" y="2286409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3" name="AutoShape 26"/>
          <p:cNvSpPr>
            <a:spLocks noChangeArrowheads="1"/>
          </p:cNvSpPr>
          <p:nvPr/>
        </p:nvSpPr>
        <p:spPr bwMode="auto">
          <a:xfrm rot="5400000">
            <a:off x="6506679" y="303169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4" name="Rektangel 33"/>
          <p:cNvSpPr/>
          <p:nvPr/>
        </p:nvSpPr>
        <p:spPr bwMode="auto">
          <a:xfrm>
            <a:off x="4644008" y="511200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5" name="Rektangel 34"/>
          <p:cNvSpPr/>
          <p:nvPr/>
        </p:nvSpPr>
        <p:spPr bwMode="auto">
          <a:xfrm>
            <a:off x="4644008" y="585927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6" name="AutoShape 26"/>
          <p:cNvSpPr>
            <a:spLocks noChangeArrowheads="1"/>
          </p:cNvSpPr>
          <p:nvPr/>
        </p:nvSpPr>
        <p:spPr bwMode="auto">
          <a:xfrm rot="5400000">
            <a:off x="6506679" y="526760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7" name="AutoShape 26"/>
          <p:cNvSpPr>
            <a:spLocks noChangeArrowheads="1"/>
          </p:cNvSpPr>
          <p:nvPr/>
        </p:nvSpPr>
        <p:spPr bwMode="auto">
          <a:xfrm rot="5400000">
            <a:off x="6506679" y="6012887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8" name="Rektangel 37"/>
          <p:cNvSpPr/>
          <p:nvPr/>
        </p:nvSpPr>
        <p:spPr bwMode="auto">
          <a:xfrm>
            <a:off x="4644008" y="362342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9" name="Rektangel 38"/>
          <p:cNvSpPr/>
          <p:nvPr/>
        </p:nvSpPr>
        <p:spPr bwMode="auto">
          <a:xfrm>
            <a:off x="4644008" y="436870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40" name="AutoShape 26"/>
          <p:cNvSpPr>
            <a:spLocks noChangeArrowheads="1"/>
          </p:cNvSpPr>
          <p:nvPr/>
        </p:nvSpPr>
        <p:spPr bwMode="auto">
          <a:xfrm rot="5400000">
            <a:off x="6506679" y="377697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41" name="AutoShape 26"/>
          <p:cNvSpPr>
            <a:spLocks noChangeArrowheads="1"/>
          </p:cNvSpPr>
          <p:nvPr/>
        </p:nvSpPr>
        <p:spPr bwMode="auto">
          <a:xfrm rot="5400000">
            <a:off x="6506679" y="452225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cxnSp>
        <p:nvCxnSpPr>
          <p:cNvPr id="51" name="Vinklet forbindelse 50"/>
          <p:cNvCxnSpPr>
            <a:stCxn id="38" idx="1"/>
            <a:endCxn id="27" idx="1"/>
          </p:cNvCxnSpPr>
          <p:nvPr/>
        </p:nvCxnSpPr>
        <p:spPr bwMode="auto">
          <a:xfrm rot="10800000">
            <a:off x="4644008" y="2420888"/>
            <a:ext cx="12700" cy="1490566"/>
          </a:xfrm>
          <a:prstGeom prst="bentConnector3">
            <a:avLst>
              <a:gd name="adj1" fmla="val 1015166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1" name="Lige forbindelse 70"/>
          <p:cNvCxnSpPr>
            <a:stCxn id="6" idx="3"/>
            <a:endCxn id="29" idx="1"/>
          </p:cNvCxnSpPr>
          <p:nvPr/>
        </p:nvCxnSpPr>
        <p:spPr bwMode="auto">
          <a:xfrm>
            <a:off x="4427984" y="3166171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5" name="Lige forbindelse 74"/>
          <p:cNvCxnSpPr>
            <a:stCxn id="8" idx="3"/>
            <a:endCxn id="34" idx="1"/>
          </p:cNvCxnSpPr>
          <p:nvPr/>
        </p:nvCxnSpPr>
        <p:spPr bwMode="auto">
          <a:xfrm>
            <a:off x="4427984" y="5400032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7" name="Vinklet forbindelse 76"/>
          <p:cNvCxnSpPr>
            <a:stCxn id="35" idx="1"/>
            <a:endCxn id="39" idx="1"/>
          </p:cNvCxnSpPr>
          <p:nvPr/>
        </p:nvCxnSpPr>
        <p:spPr bwMode="auto">
          <a:xfrm rot="10800000">
            <a:off x="4644008" y="4656738"/>
            <a:ext cx="12700" cy="1490565"/>
          </a:xfrm>
          <a:prstGeom prst="bentConnector3">
            <a:avLst>
              <a:gd name="adj1" fmla="val 1049284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Tabel med store hvid kasse på mørk baggrund – 1 rækker, 7 kolonner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31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21328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8" name="Tabel 7"/>
          <p:cNvGraphicFramePr>
            <a:graphicFrameLocks noGrp="1"/>
          </p:cNvGraphicFramePr>
          <p:nvPr/>
        </p:nvGraphicFramePr>
        <p:xfrm>
          <a:off x="467544" y="1484784"/>
          <a:ext cx="8180676" cy="520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72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2" name="Rektangel 1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indholdet i tabellen. Brug gerne </a:t>
                </a:r>
                <a:r>
                  <a:rPr lang="da-DK" sz="1600" dirty="0" err="1"/>
                  <a:t>harvey</a:t>
                </a:r>
                <a:r>
                  <a:rPr lang="da-DK" sz="1600" dirty="0"/>
                  <a:t> </a:t>
                </a:r>
                <a:r>
                  <a:rPr lang="da-DK" sz="1600" dirty="0" err="1"/>
                  <a:t>balls</a:t>
                </a:r>
                <a:r>
                  <a:rPr lang="da-DK" sz="1600" dirty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1" name="Rektangel 1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4" name="Rektangel 13"/>
          <p:cNvSpPr/>
          <p:nvPr/>
        </p:nvSpPr>
        <p:spPr bwMode="auto">
          <a:xfrm>
            <a:off x="1331640" y="2348880"/>
            <a:ext cx="1872208" cy="36724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Tabel med store hvid kasse på mørk baggrund – 2 rækker, 7 kolonner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32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21328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6" name="Rektangel 5"/>
          <p:cNvSpPr/>
          <p:nvPr/>
        </p:nvSpPr>
        <p:spPr bwMode="auto">
          <a:xfrm>
            <a:off x="1331640" y="2348880"/>
            <a:ext cx="1872208" cy="17281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7" name="Rektangel 6"/>
          <p:cNvSpPr/>
          <p:nvPr/>
        </p:nvSpPr>
        <p:spPr bwMode="auto">
          <a:xfrm>
            <a:off x="1331640" y="4293096"/>
            <a:ext cx="1872208" cy="17281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graphicFrame>
        <p:nvGraphicFramePr>
          <p:cNvPr id="8" name="Tabel 7"/>
          <p:cNvGraphicFramePr>
            <a:graphicFrameLocks noGrp="1"/>
          </p:cNvGraphicFramePr>
          <p:nvPr/>
        </p:nvGraphicFramePr>
        <p:xfrm>
          <a:off x="467544" y="1484784"/>
          <a:ext cx="8180676" cy="520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2" name="Rektangel 1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indholdet i tabellen. Brug gerne </a:t>
                </a:r>
                <a:r>
                  <a:rPr lang="da-DK" sz="1600" dirty="0" err="1"/>
                  <a:t>harvey</a:t>
                </a:r>
                <a:r>
                  <a:rPr lang="da-DK" sz="1600" dirty="0"/>
                  <a:t> </a:t>
                </a:r>
                <a:r>
                  <a:rPr lang="da-DK" sz="1600" dirty="0" err="1"/>
                  <a:t>balls</a:t>
                </a:r>
                <a:r>
                  <a:rPr lang="da-DK" sz="1600" dirty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1" name="Rektangel 1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Tabel med store hvid kasse på mørk baggrund – 3 rækker, 7 kolonner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33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21328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>
              <a:ln>
                <a:noFill/>
              </a:ln>
              <a:effectLst/>
              <a:latin typeface="Verdana" pitchFamily="34" charset="0"/>
            </a:endParaRPr>
          </a:p>
        </p:txBody>
      </p:sp>
      <p:graphicFrame>
        <p:nvGraphicFramePr>
          <p:cNvPr id="8" name="Tabel 7"/>
          <p:cNvGraphicFramePr>
            <a:graphicFrameLocks noGrp="1"/>
          </p:cNvGraphicFramePr>
          <p:nvPr/>
        </p:nvGraphicFramePr>
        <p:xfrm>
          <a:off x="467544" y="1484784"/>
          <a:ext cx="8180676" cy="524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2" name="Rektangel 11"/>
          <p:cNvSpPr/>
          <p:nvPr/>
        </p:nvSpPr>
        <p:spPr bwMode="auto">
          <a:xfrm>
            <a:off x="1331640" y="2348880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13" name="Rektangel 12"/>
          <p:cNvSpPr/>
          <p:nvPr/>
        </p:nvSpPr>
        <p:spPr bwMode="auto">
          <a:xfrm>
            <a:off x="1331640" y="3681028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14" name="Rektangel 13"/>
          <p:cNvSpPr/>
          <p:nvPr/>
        </p:nvSpPr>
        <p:spPr bwMode="auto">
          <a:xfrm>
            <a:off x="1331640" y="501317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8" name="Rektangel 1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indholdet i tabellen. Brug gerne </a:t>
                </a:r>
                <a:r>
                  <a:rPr lang="da-DK" sz="1600" dirty="0" err="1"/>
                  <a:t>harvey</a:t>
                </a:r>
                <a:r>
                  <a:rPr lang="da-DK" sz="1600" dirty="0"/>
                  <a:t> </a:t>
                </a:r>
                <a:r>
                  <a:rPr lang="da-DK" sz="1600" dirty="0" err="1"/>
                  <a:t>balls</a:t>
                </a:r>
                <a:r>
                  <a:rPr lang="da-DK" sz="1600" dirty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9" name="Rektangel 1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7" name="Rektangel 1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Tabel med store hvid kasse på mørk baggrund – 4 rækker, 7 kolonner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34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21328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>
              <a:ln>
                <a:noFill/>
              </a:ln>
              <a:effectLst/>
              <a:latin typeface="Verdana" pitchFamily="34" charset="0"/>
            </a:endParaRPr>
          </a:p>
        </p:txBody>
      </p:sp>
      <p:graphicFrame>
        <p:nvGraphicFramePr>
          <p:cNvPr id="8" name="Tabel 7"/>
          <p:cNvGraphicFramePr>
            <a:graphicFrameLocks noGrp="1"/>
          </p:cNvGraphicFramePr>
          <p:nvPr/>
        </p:nvGraphicFramePr>
        <p:xfrm>
          <a:off x="467544" y="1484784"/>
          <a:ext cx="8180676" cy="52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8" name="Rektangel 1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indholdet i tabellen. Brug gerne </a:t>
                </a:r>
                <a:r>
                  <a:rPr lang="da-DK" sz="1600" dirty="0" err="1"/>
                  <a:t>harvey</a:t>
                </a:r>
                <a:r>
                  <a:rPr lang="da-DK" sz="1600" dirty="0"/>
                  <a:t> </a:t>
                </a:r>
                <a:r>
                  <a:rPr lang="da-DK" sz="1600" dirty="0" err="1"/>
                  <a:t>balls</a:t>
                </a:r>
                <a:r>
                  <a:rPr lang="da-DK" sz="1600" dirty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9" name="Rektangel 1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7" name="Rektangel 1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2" name="Rektangel 21"/>
          <p:cNvSpPr/>
          <p:nvPr/>
        </p:nvSpPr>
        <p:spPr bwMode="auto">
          <a:xfrm>
            <a:off x="1331640" y="234888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23" name="Rektangel 22"/>
          <p:cNvSpPr/>
          <p:nvPr/>
        </p:nvSpPr>
        <p:spPr bwMode="auto">
          <a:xfrm>
            <a:off x="1331640" y="4269094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24" name="Rektangel 23"/>
          <p:cNvSpPr/>
          <p:nvPr/>
        </p:nvSpPr>
        <p:spPr bwMode="auto">
          <a:xfrm>
            <a:off x="1331640" y="522920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25" name="Rektangel 24"/>
          <p:cNvSpPr/>
          <p:nvPr/>
        </p:nvSpPr>
        <p:spPr bwMode="auto">
          <a:xfrm>
            <a:off x="1331640" y="3308987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Tabel med store hvid kasse på mørk baggrund – 5 rækker, 7 kolonner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35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21328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>
              <a:ln>
                <a:noFill/>
              </a:ln>
              <a:effectLst/>
              <a:latin typeface="Verdana" pitchFamily="34" charset="0"/>
            </a:endParaRPr>
          </a:p>
        </p:txBody>
      </p:sp>
      <p:graphicFrame>
        <p:nvGraphicFramePr>
          <p:cNvPr id="8" name="Tabel 7"/>
          <p:cNvGraphicFramePr>
            <a:graphicFrameLocks noGrp="1"/>
          </p:cNvGraphicFramePr>
          <p:nvPr/>
        </p:nvGraphicFramePr>
        <p:xfrm>
          <a:off x="467544" y="1484784"/>
          <a:ext cx="8180676" cy="524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8" name="Rektangel 1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indholdet i tabellen. Brug gerne </a:t>
                </a:r>
                <a:r>
                  <a:rPr lang="da-DK" sz="1600" dirty="0" err="1"/>
                  <a:t>harvey</a:t>
                </a:r>
                <a:r>
                  <a:rPr lang="da-DK" sz="1600" dirty="0"/>
                  <a:t> </a:t>
                </a:r>
                <a:r>
                  <a:rPr lang="da-DK" sz="1600" dirty="0" err="1"/>
                  <a:t>balls</a:t>
                </a:r>
                <a:r>
                  <a:rPr lang="da-DK" sz="1600" dirty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Husk at ændre overskriften :-)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9" name="Rektangel 1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7" name="Rektangel 1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7" name="Rektangel 26"/>
          <p:cNvSpPr/>
          <p:nvPr/>
        </p:nvSpPr>
        <p:spPr bwMode="auto">
          <a:xfrm>
            <a:off x="1331640" y="234888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28" name="Rektangel 27"/>
          <p:cNvSpPr/>
          <p:nvPr/>
        </p:nvSpPr>
        <p:spPr bwMode="auto">
          <a:xfrm>
            <a:off x="1331640" y="4689141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29" name="Rektangel 28"/>
          <p:cNvSpPr/>
          <p:nvPr/>
        </p:nvSpPr>
        <p:spPr bwMode="auto">
          <a:xfrm>
            <a:off x="1331640" y="546922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0" name="Rektangel 29"/>
          <p:cNvSpPr/>
          <p:nvPr/>
        </p:nvSpPr>
        <p:spPr bwMode="auto">
          <a:xfrm>
            <a:off x="1331640" y="3909054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1" name="Rektangel 30"/>
          <p:cNvSpPr/>
          <p:nvPr/>
        </p:nvSpPr>
        <p:spPr bwMode="auto">
          <a:xfrm>
            <a:off x="1331640" y="3128967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[ KPI definition – skriv navn som overskrift ]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36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6938096"/>
              </p:ext>
            </p:extLst>
          </p:nvPr>
        </p:nvGraphicFramePr>
        <p:xfrm>
          <a:off x="827584" y="1699736"/>
          <a:ext cx="7285037" cy="4033520"/>
        </p:xfrm>
        <a:graphic>
          <a:graphicData uri="http://schemas.openxmlformats.org/drawingml/2006/table">
            <a:tbl>
              <a:tblPr bandRow="1">
                <a:effectLst>
                  <a:outerShdw dist="38100" dir="2700000" algn="ctr" rotWithShape="0">
                    <a:schemeClr val="tx1"/>
                  </a:outerShdw>
                </a:effectLst>
                <a:tableStyleId>{5C22544A-7EE6-4342-B048-85BDC9FD1C3A}</a:tableStyleId>
              </a:tblPr>
              <a:tblGrid>
                <a:gridCol w="968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162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8323">
                <a:tc>
                  <a:txBody>
                    <a:bodyPr/>
                    <a:lstStyle/>
                    <a:p>
                      <a:r>
                        <a:rPr lang="da-DK" sz="1200" dirty="0"/>
                        <a:t>KPI</a:t>
                      </a: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kern="120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[ Name the KPI ]</a:t>
                      </a:r>
                      <a:endParaRPr lang="da-DK" sz="1200" b="1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/>
                        <a:t>Definition</a:t>
                      </a: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[ Exactly what the KPI shows, how it is calculated, any uncertainties, and how it is measured ]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Measured per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[ How often it is measured ]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Measured by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[ Name and full department, incl. hierarchy ]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/>
                        <a:t>Baseline</a:t>
                      </a:r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[ A chart (bars or line) showing the history and the targets set — history and target in different colours ]</a:t>
                      </a:r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/>
                        <a:t>Targets</a:t>
                      </a: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[ Four targets (e.g. quarters) in text, so the chart cannot be misread ]</a:t>
                      </a:r>
                      <a:endParaRPr lang="da-DK" sz="1200" kern="1200" dirty="0">
                        <a:solidFill>
                          <a:srgbClr val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6" name="Gruppe 7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sp>
          <p:nvSpPr>
            <p:cNvPr id="7" name="Rektangel 6"/>
            <p:cNvSpPr/>
            <p:nvPr/>
          </p:nvSpPr>
          <p:spPr bwMode="auto">
            <a:xfrm>
              <a:off x="9396536" y="548680"/>
              <a:ext cx="3528392" cy="6309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/>
                <a:t>Udfyld slide med informationer om den relevante KPI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kumimoji="0" lang="da-DK" sz="1600" b="0" i="0" u="none" strike="noStrike" cap="none" normalizeH="0" baseline="0" dirty="0">
                  <a:ln>
                    <a:noFill/>
                  </a:ln>
                  <a:effectLst/>
                </a:rPr>
                <a:t>Alle</a:t>
              </a:r>
              <a:r>
                <a:rPr kumimoji="0" lang="da-DK" sz="1600" b="0" i="0" u="none" strike="noStrike" cap="none" normalizeH="0" dirty="0">
                  <a:ln>
                    <a:noFill/>
                  </a:ln>
                  <a:effectLst/>
                </a:rPr>
                <a:t> tekster med firkantede parenteser [] skal erstattes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/>
                <a:t>I feltet ”Baseline” er det vigtigt at der er en graf over udviklingen som beskrevet. Det skal enten være et søjlediagram eller et linjediagram.</a:t>
              </a:r>
            </a:p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600" b="0" i="0" u="none" strike="noStrike" cap="none" normalizeH="0" dirty="0">
                <a:ln>
                  <a:noFill/>
                </a:ln>
                <a:effectLst/>
              </a:endParaRPr>
            </a:p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r>
                <a:rPr kumimoji="0" lang="da-DK" sz="1600" b="0" i="0" u="none" strike="noStrike" cap="none" normalizeH="0" dirty="0">
                  <a:ln>
                    <a:noFill/>
                  </a:ln>
                  <a:effectLst/>
                </a:rPr>
                <a:t>Dette slide er et typisk bilags-slide der er vigtigt at have med, men som ikke skal bruges i selve præsentationen.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endParaRPr kumimoji="0" lang="da-DK" sz="16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8" name="Rektangel 7"/>
            <p:cNvSpPr/>
            <p:nvPr/>
          </p:nvSpPr>
          <p:spPr bwMode="auto">
            <a:xfrm>
              <a:off x="9396536" y="0"/>
              <a:ext cx="3528392" cy="54868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Vejledning til template</a:t>
              </a:r>
            </a:p>
          </p:txBody>
        </p:sp>
      </p:grpSp>
      <p:sp>
        <p:nvSpPr>
          <p:cNvPr id="9" name="Rektangel 8"/>
          <p:cNvSpPr/>
          <p:nvPr/>
        </p:nvSpPr>
        <p:spPr bwMode="auto">
          <a:xfrm>
            <a:off x="9396536" y="6237312"/>
            <a:ext cx="3528392" cy="620688"/>
          </a:xfrm>
          <a:prstGeom prst="rect">
            <a:avLst/>
          </a:prstGeom>
          <a:solidFill>
            <a:srgbClr val="C00000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9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Slet vejledning ved brug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389366" cy="762000"/>
          </a:xfrm>
          <a:noFill/>
        </p:spPr>
        <p:txBody>
          <a:bodyPr/>
          <a:lstStyle/>
          <a:p>
            <a:r>
              <a:rPr lang="da-DK" dirty="0"/>
              <a:t>To vertikale kasser med sorte kasser som overskrifter samt konklusionskasser</a:t>
            </a:r>
          </a:p>
        </p:txBody>
      </p:sp>
      <p:sp>
        <p:nvSpPr>
          <p:cNvPr id="3" name="Pladsholder til slide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E1D250-0014-450E-ADD3-929C6907FF4E}" type="slidenum">
              <a:rPr lang="da-DK" smtClean="0"/>
              <a:pPr/>
              <a:t>37</a:t>
            </a:fld>
            <a:endParaRPr lang="da-DK"/>
          </a:p>
        </p:txBody>
      </p:sp>
      <p:sp>
        <p:nvSpPr>
          <p:cNvPr id="4" name="Pentagon 3"/>
          <p:cNvSpPr/>
          <p:nvPr/>
        </p:nvSpPr>
        <p:spPr bwMode="auto">
          <a:xfrm flipH="1">
            <a:off x="5076057" y="1628801"/>
            <a:ext cx="3816424" cy="3528392"/>
          </a:xfrm>
          <a:prstGeom prst="homePlate">
            <a:avLst>
              <a:gd name="adj" fmla="val 0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41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73038" indent="-173038"/>
            <a:r>
              <a:rPr lang="en-US" sz="1000" b="1" dirty="0"/>
              <a:t>[ Subheading, if any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endParaRPr lang="da-DK" sz="1000" dirty="0"/>
          </a:p>
          <a:p>
            <a:pPr marL="173038" indent="-173038"/>
            <a:r>
              <a:rPr lang="en-US" sz="1000" b="1" dirty="0"/>
              <a:t>[ Subheading, if any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</p:txBody>
      </p:sp>
      <p:sp>
        <p:nvSpPr>
          <p:cNvPr id="23" name="Rektangel 22"/>
          <p:cNvSpPr/>
          <p:nvPr/>
        </p:nvSpPr>
        <p:spPr bwMode="auto">
          <a:xfrm>
            <a:off x="719138" y="1628800"/>
            <a:ext cx="3816000" cy="35283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41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73038" lvl="0" indent="-173038"/>
            <a:r>
              <a:rPr lang="en-US" sz="1000" b="1" dirty="0">
                <a:solidFill>
                  <a:srgbClr val="000000"/>
                </a:solidFill>
              </a:rPr>
              <a:t>[ Subheading, if any ]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endParaRPr lang="da-DK" sz="1000" dirty="0">
              <a:solidFill>
                <a:srgbClr val="000000"/>
              </a:solidFill>
            </a:endParaRPr>
          </a:p>
          <a:p>
            <a:pPr marL="173038" lvl="0" indent="-173038"/>
            <a:r>
              <a:rPr lang="en-US" sz="1000" b="1" dirty="0">
                <a:solidFill>
                  <a:srgbClr val="000000"/>
                </a:solidFill>
              </a:rPr>
              <a:t>[ Subheading, if any ]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14" name="Rektangel 13"/>
          <p:cNvSpPr/>
          <p:nvPr/>
        </p:nvSpPr>
        <p:spPr bwMode="auto">
          <a:xfrm>
            <a:off x="719138" y="1628800"/>
            <a:ext cx="3816000" cy="323234"/>
          </a:xfrm>
          <a:prstGeom prst="rect">
            <a:avLst/>
          </a:pr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kumimoji="0" lang="en-US" sz="1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[ Box heading ]</a:t>
            </a:r>
            <a:endParaRPr lang="da-DK" sz="1200" b="1" dirty="0">
              <a:solidFill>
                <a:schemeClr val="bg1"/>
              </a:solidFill>
            </a:endParaRPr>
          </a:p>
        </p:txBody>
      </p:sp>
      <p:sp>
        <p:nvSpPr>
          <p:cNvPr id="15" name="Rektangel 14"/>
          <p:cNvSpPr/>
          <p:nvPr/>
        </p:nvSpPr>
        <p:spPr bwMode="auto">
          <a:xfrm>
            <a:off x="5076058" y="1628800"/>
            <a:ext cx="3816424" cy="323234"/>
          </a:xfrm>
          <a:prstGeom prst="rect">
            <a:avLst/>
          </a:pr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kumimoji="0" lang="en-US" sz="1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[ Box heading ]</a:t>
            </a:r>
            <a:endParaRPr lang="da-DK" sz="1200" b="1" dirty="0">
              <a:solidFill>
                <a:schemeClr val="bg1"/>
              </a:solidFill>
            </a:endParaRPr>
          </a:p>
        </p:txBody>
      </p:sp>
      <p:sp>
        <p:nvSpPr>
          <p:cNvPr id="16" name="Rektangel 15"/>
          <p:cNvSpPr/>
          <p:nvPr/>
        </p:nvSpPr>
        <p:spPr bwMode="auto">
          <a:xfrm>
            <a:off x="719138" y="5308192"/>
            <a:ext cx="3816000" cy="678581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</p:txBody>
      </p:sp>
      <p:sp>
        <p:nvSpPr>
          <p:cNvPr id="17" name="Rektangel 16"/>
          <p:cNvSpPr/>
          <p:nvPr/>
        </p:nvSpPr>
        <p:spPr bwMode="auto">
          <a:xfrm>
            <a:off x="5076057" y="5309937"/>
            <a:ext cx="3816000" cy="678581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</p:txBody>
      </p:sp>
      <p:sp>
        <p:nvSpPr>
          <p:cNvPr id="12" name="Tekstfelt 11"/>
          <p:cNvSpPr txBox="1"/>
          <p:nvPr/>
        </p:nvSpPr>
        <p:spPr>
          <a:xfrm>
            <a:off x="827584" y="6474241"/>
            <a:ext cx="792088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1941" indent="-361941">
              <a:tabLst>
                <a:tab pos="361941" algn="l"/>
              </a:tabLst>
            </a:pPr>
            <a:r>
              <a:rPr lang="en-US" sz="800" dirty="0"/>
              <a:t>Notes: [ Add notes ]</a:t>
            </a:r>
          </a:p>
          <a:p>
            <a:pPr marL="361941" indent="-361941">
              <a:tabLst>
                <a:tab pos="361941" algn="l"/>
              </a:tabLst>
            </a:pPr>
            <a:r>
              <a:rPr lang="en-US" sz="800" dirty="0"/>
              <a:t>Source:	[ Add sources ]</a:t>
            </a:r>
            <a:endParaRPr lang="da-DK" sz="800" dirty="0"/>
          </a:p>
        </p:txBody>
      </p:sp>
      <p:grpSp>
        <p:nvGrpSpPr>
          <p:cNvPr id="1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8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0" name="Rektangel 1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for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gerne konklusionskassen i bunden af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og kildefeltet i bunden af siden skal bruges, så skal det slettes</a:t>
                </a:r>
              </a:p>
            </p:txBody>
          </p:sp>
          <p:sp>
            <p:nvSpPr>
              <p:cNvPr id="21" name="Rektangel 2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9" name="Rektangel 1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209221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029326" cy="762000"/>
          </a:xfrm>
          <a:noFill/>
        </p:spPr>
        <p:txBody>
          <a:bodyPr/>
          <a:lstStyle/>
          <a:p>
            <a:r>
              <a:rPr lang="da-DK" dirty="0"/>
              <a:t>Kommentering af indholdselement: Indholdselement til venstre, kommentering til højre med venstrevendt  pil</a:t>
            </a:r>
          </a:p>
        </p:txBody>
      </p:sp>
      <p:sp>
        <p:nvSpPr>
          <p:cNvPr id="3" name="Pladsholder til slide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E1D250-0014-450E-ADD3-929C6907FF4E}" type="slidenum">
              <a:rPr lang="da-DK" smtClean="0"/>
              <a:pPr/>
              <a:t>38</a:t>
            </a:fld>
            <a:endParaRPr lang="da-DK"/>
          </a:p>
        </p:txBody>
      </p:sp>
      <p:sp>
        <p:nvSpPr>
          <p:cNvPr id="10" name="Tekstfelt 11"/>
          <p:cNvSpPr txBox="1"/>
          <p:nvPr/>
        </p:nvSpPr>
        <p:spPr>
          <a:xfrm>
            <a:off x="827584" y="6474241"/>
            <a:ext cx="792088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1941" indent="-361941">
              <a:tabLst>
                <a:tab pos="361941" algn="l"/>
              </a:tabLst>
            </a:pPr>
            <a:r>
              <a:rPr lang="en-US" sz="800" dirty="0"/>
              <a:t>Notes: [ Add notes ]</a:t>
            </a:r>
          </a:p>
          <a:p>
            <a:pPr marL="361941" indent="-361941">
              <a:tabLst>
                <a:tab pos="361941" algn="l"/>
              </a:tabLst>
            </a:pPr>
            <a:r>
              <a:rPr lang="en-US" sz="800" dirty="0"/>
              <a:t>Source:	[ Add sources ]</a:t>
            </a:r>
            <a:endParaRPr lang="da-DK" sz="800" dirty="0"/>
          </a:p>
        </p:txBody>
      </p:sp>
      <p:grpSp>
        <p:nvGrpSpPr>
          <p:cNvPr id="8" name="Gruppe 7"/>
          <p:cNvGrpSpPr/>
          <p:nvPr/>
        </p:nvGrpSpPr>
        <p:grpSpPr>
          <a:xfrm>
            <a:off x="4932040" y="1628801"/>
            <a:ext cx="3744417" cy="4536503"/>
            <a:chOff x="5148064" y="1628801"/>
            <a:chExt cx="3744417" cy="4536503"/>
          </a:xfrm>
        </p:grpSpPr>
        <p:sp>
          <p:nvSpPr>
            <p:cNvPr id="4" name="Pentagon 3"/>
            <p:cNvSpPr/>
            <p:nvPr/>
          </p:nvSpPr>
          <p:spPr bwMode="auto">
            <a:xfrm flipH="1">
              <a:off x="5148064" y="1628801"/>
              <a:ext cx="3744416" cy="4536503"/>
            </a:xfrm>
            <a:prstGeom prst="homePlate">
              <a:avLst>
                <a:gd name="adj" fmla="val 58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chemeClr val="tx1"/>
              </a:outerShdw>
            </a:effectLst>
          </p:spPr>
          <p:txBody>
            <a:bodyPr vert="horz" wrap="square" lIns="72000" tIns="468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74621"/>
              <a:r>
                <a:rPr lang="en-US" sz="1200" b="1" dirty="0"/>
                <a:t>[ Subheading, if any ]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endParaRPr lang="da-DK" sz="1200" dirty="0"/>
            </a:p>
            <a:p>
              <a:pPr marL="174621"/>
              <a:r>
                <a:rPr lang="en-US" sz="1200" b="1" dirty="0"/>
                <a:t>[ Subheading, if any ]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</p:txBody>
        </p:sp>
        <p:sp>
          <p:nvSpPr>
            <p:cNvPr id="27" name="Kombinationstegning 26"/>
            <p:cNvSpPr/>
            <p:nvPr/>
          </p:nvSpPr>
          <p:spPr bwMode="auto">
            <a:xfrm>
              <a:off x="5331620" y="1628802"/>
              <a:ext cx="3560861" cy="360039"/>
            </a:xfrm>
            <a:custGeom>
              <a:avLst/>
              <a:gdLst>
                <a:gd name="connsiteX0" fmla="*/ 34632 w 3560861"/>
                <a:gd name="connsiteY0" fmla="*/ 0 h 360039"/>
                <a:gd name="connsiteX1" fmla="*/ 3560861 w 3560861"/>
                <a:gd name="connsiteY1" fmla="*/ 0 h 360039"/>
                <a:gd name="connsiteX2" fmla="*/ 3560861 w 3560861"/>
                <a:gd name="connsiteY2" fmla="*/ 360039 h 360039"/>
                <a:gd name="connsiteX3" fmla="*/ 0 w 3560861"/>
                <a:gd name="connsiteY3" fmla="*/ 360039 h 360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60861" h="360039">
                  <a:moveTo>
                    <a:pt x="34632" y="0"/>
                  </a:moveTo>
                  <a:lnTo>
                    <a:pt x="3560861" y="0"/>
                  </a:lnTo>
                  <a:lnTo>
                    <a:pt x="3560861" y="360039"/>
                  </a:lnTo>
                  <a:lnTo>
                    <a:pt x="0" y="36003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92075"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4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[ Heading ]</a:t>
              </a:r>
            </a:p>
          </p:txBody>
        </p:sp>
      </p:grpSp>
      <p:pic>
        <p:nvPicPr>
          <p:cNvPr id="7" name="Billed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71" y="1628800"/>
            <a:ext cx="3756012" cy="4536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28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9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1" name="Rektangel 3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for kassen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Udskift billedet med det element der skal kommenteres (en graf, et billede, et indsat slide, en figur eller noget helt tredje)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</a:t>
                </a:r>
                <a:r>
                  <a:rPr lang="da-DK" sz="1600" dirty="0" err="1"/>
                  <a:t>kasen</a:t>
                </a:r>
                <a:r>
                  <a:rPr lang="da-DK" sz="1600" dirty="0"/>
                  <a:t>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og kildefeltet i bunden af siden skal bruges, så skal det slettes</a:t>
                </a:r>
              </a:p>
            </p:txBody>
          </p:sp>
          <p:sp>
            <p:nvSpPr>
              <p:cNvPr id="32" name="Rektangel 3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0" name="Rektangel 2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9221987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029326" cy="762000"/>
          </a:xfrm>
          <a:noFill/>
        </p:spPr>
        <p:txBody>
          <a:bodyPr/>
          <a:lstStyle/>
          <a:p>
            <a:r>
              <a:rPr lang="da-DK" dirty="0"/>
              <a:t>Kommentering af indholdselement: Indholdselement til venstre, kommentering til højre uden pil</a:t>
            </a:r>
          </a:p>
        </p:txBody>
      </p:sp>
      <p:sp>
        <p:nvSpPr>
          <p:cNvPr id="3" name="Pladsholder til slide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E1D250-0014-450E-ADD3-929C6907FF4E}" type="slidenum">
              <a:rPr lang="da-DK" smtClean="0"/>
              <a:pPr/>
              <a:t>39</a:t>
            </a:fld>
            <a:endParaRPr lang="da-DK"/>
          </a:p>
        </p:txBody>
      </p:sp>
      <p:sp>
        <p:nvSpPr>
          <p:cNvPr id="10" name="Tekstfelt 11"/>
          <p:cNvSpPr txBox="1"/>
          <p:nvPr/>
        </p:nvSpPr>
        <p:spPr>
          <a:xfrm>
            <a:off x="827584" y="6474241"/>
            <a:ext cx="792088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1941" indent="-361941">
              <a:tabLst>
                <a:tab pos="361941" algn="l"/>
              </a:tabLst>
            </a:pPr>
            <a:r>
              <a:rPr lang="en-US" sz="800" dirty="0"/>
              <a:t>Notes: [ Add notes ]</a:t>
            </a:r>
          </a:p>
          <a:p>
            <a:pPr marL="361941" indent="-361941">
              <a:tabLst>
                <a:tab pos="361941" algn="l"/>
              </a:tabLst>
            </a:pPr>
            <a:r>
              <a:rPr lang="en-US" sz="800" dirty="0"/>
              <a:t>Source:	[ Add sources ]</a:t>
            </a:r>
            <a:endParaRPr lang="da-DK" sz="800" dirty="0"/>
          </a:p>
        </p:txBody>
      </p:sp>
      <p:pic>
        <p:nvPicPr>
          <p:cNvPr id="7" name="Billed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38" y="1623536"/>
            <a:ext cx="3420814" cy="4613776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28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9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1" name="Rektangel 3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for kassen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Udskift billedet med det element der skal kommenteres (en graf, et billede, et indsat slide, en figur eller noget helt tredje)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</a:t>
                </a:r>
                <a:r>
                  <a:rPr lang="da-DK" sz="1600" dirty="0" err="1"/>
                  <a:t>kasen</a:t>
                </a:r>
                <a:r>
                  <a:rPr lang="da-DK" sz="1600" dirty="0"/>
                  <a:t>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og kildefeltet i bunden af siden skal bruges, så skal det slettes</a:t>
                </a:r>
              </a:p>
            </p:txBody>
          </p:sp>
          <p:sp>
            <p:nvSpPr>
              <p:cNvPr id="32" name="Rektangel 3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0" name="Rektangel 2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5" name="Gruppe 4"/>
          <p:cNvGrpSpPr/>
          <p:nvPr/>
        </p:nvGrpSpPr>
        <p:grpSpPr>
          <a:xfrm>
            <a:off x="4499992" y="1623536"/>
            <a:ext cx="4248472" cy="4613776"/>
            <a:chOff x="4499992" y="1623536"/>
            <a:chExt cx="4248472" cy="4613776"/>
          </a:xfrm>
        </p:grpSpPr>
        <p:sp>
          <p:nvSpPr>
            <p:cNvPr id="14" name="Rektangel 13"/>
            <p:cNvSpPr/>
            <p:nvPr/>
          </p:nvSpPr>
          <p:spPr bwMode="auto">
            <a:xfrm>
              <a:off x="4499992" y="1623536"/>
              <a:ext cx="4248472" cy="461377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chemeClr val="tx1"/>
              </a:outerShdw>
            </a:effectLst>
          </p:spPr>
          <p:txBody>
            <a:bodyPr vert="horz" wrap="square" lIns="72000" tIns="41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73038" indent="-173038"/>
              <a:r>
                <a:rPr lang="en-US" sz="1200" b="1" dirty="0"/>
                <a:t>[ Subheading, if any ]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endParaRPr lang="da-DK" sz="1200" dirty="0"/>
            </a:p>
            <a:p>
              <a:pPr marL="173038" indent="-173038"/>
              <a:r>
                <a:rPr lang="en-US" sz="1200" b="1" dirty="0"/>
                <a:t>[ Subheading, if any ]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</p:txBody>
        </p:sp>
        <p:sp>
          <p:nvSpPr>
            <p:cNvPr id="15" name="Rektangel 14"/>
            <p:cNvSpPr/>
            <p:nvPr/>
          </p:nvSpPr>
          <p:spPr bwMode="auto">
            <a:xfrm>
              <a:off x="4499992" y="1623536"/>
              <a:ext cx="4248472" cy="323234"/>
            </a:xfrm>
            <a:prstGeom prst="rect">
              <a:avLst/>
            </a:pr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en-US" sz="1400" b="1" dirty="0">
                  <a:solidFill>
                    <a:schemeClr val="bg1"/>
                  </a:solidFill>
                </a:rPr>
                <a:t>[ Heading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030577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Billede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37" y="1700807"/>
            <a:ext cx="2857500" cy="36004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7" y="536575"/>
            <a:ext cx="8101335" cy="762000"/>
          </a:xfrm>
        </p:spPr>
        <p:txBody>
          <a:bodyPr/>
          <a:lstStyle/>
          <a:p>
            <a:r>
              <a:rPr lang="da-DK" dirty="0"/>
              <a:t>Kommentering af indholdselement: Indholdselement til venstre, kommentering til højre med højrevendt pil</a:t>
            </a:r>
          </a:p>
        </p:txBody>
      </p:sp>
      <p:sp>
        <p:nvSpPr>
          <p:cNvPr id="3" name="Pladsholder til slide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E1D250-0014-450E-ADD3-929C6907FF4E}" type="slidenum">
              <a:rPr lang="da-DK" smtClean="0"/>
              <a:pPr/>
              <a:t>40</a:t>
            </a:fld>
            <a:endParaRPr lang="da-DK" dirty="0"/>
          </a:p>
        </p:txBody>
      </p:sp>
      <p:sp>
        <p:nvSpPr>
          <p:cNvPr id="5" name="Vinkel 4"/>
          <p:cNvSpPr/>
          <p:nvPr/>
        </p:nvSpPr>
        <p:spPr bwMode="auto">
          <a:xfrm>
            <a:off x="3923928" y="1700808"/>
            <a:ext cx="432048" cy="3600400"/>
          </a:xfrm>
          <a:prstGeom prst="chevron">
            <a:avLst>
              <a:gd name="adj" fmla="val 80235"/>
            </a:avLst>
          </a:prstGeom>
          <a:solidFill>
            <a:schemeClr val="bg1">
              <a:lumMod val="75000"/>
            </a:schemeClr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4" name="Tabel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8591191"/>
              </p:ext>
            </p:extLst>
          </p:nvPr>
        </p:nvGraphicFramePr>
        <p:xfrm>
          <a:off x="4572000" y="1700808"/>
          <a:ext cx="4032448" cy="3600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324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8762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2771">
                <a:tc>
                  <a:txBody>
                    <a:bodyPr/>
                    <a:lstStyle/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[ Subheading, if any ]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Verdana" pitchFamily="34" charset="0"/>
                      </a:endParaRP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[ Subheading, if any ]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" name="Rektangel 11"/>
          <p:cNvSpPr/>
          <p:nvPr/>
        </p:nvSpPr>
        <p:spPr bwMode="auto">
          <a:xfrm>
            <a:off x="1475656" y="5733256"/>
            <a:ext cx="6912768" cy="576064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err="1"/>
              <a:t>Lorem</a:t>
            </a:r>
            <a:r>
              <a:rPr lang="da-DK" sz="1200" dirty="0"/>
              <a:t> </a:t>
            </a:r>
            <a:r>
              <a:rPr lang="da-DK" sz="1200" dirty="0" err="1"/>
              <a:t>ipsum</a:t>
            </a:r>
            <a:r>
              <a:rPr lang="da-DK" sz="1200" dirty="0"/>
              <a:t> </a:t>
            </a:r>
            <a:r>
              <a:rPr lang="da-DK" sz="1200" dirty="0" err="1"/>
              <a:t>dolor</a:t>
            </a:r>
            <a:r>
              <a:rPr lang="da-DK" sz="1200" dirty="0"/>
              <a:t> sit </a:t>
            </a:r>
            <a:r>
              <a:rPr lang="da-DK" sz="1200" dirty="0" err="1"/>
              <a:t>amet</a:t>
            </a:r>
            <a:r>
              <a:rPr lang="da-DK" sz="1200" dirty="0"/>
              <a:t>, </a:t>
            </a:r>
            <a:r>
              <a:rPr lang="da-DK" sz="1200" dirty="0" err="1"/>
              <a:t>consectetur</a:t>
            </a:r>
            <a:r>
              <a:rPr lang="da-DK" sz="1200" dirty="0"/>
              <a:t> </a:t>
            </a:r>
            <a:r>
              <a:rPr lang="da-DK" sz="1200" dirty="0" err="1"/>
              <a:t>adipisicing</a:t>
            </a:r>
            <a:r>
              <a:rPr lang="da-DK" sz="1200" dirty="0"/>
              <a:t> </a:t>
            </a:r>
            <a:r>
              <a:rPr lang="da-DK" sz="1200" dirty="0" err="1"/>
              <a:t>elit</a:t>
            </a:r>
            <a:r>
              <a:rPr lang="da-DK" sz="1200" dirty="0"/>
              <a:t>, </a:t>
            </a:r>
            <a:r>
              <a:rPr lang="da-DK" sz="1200" dirty="0" err="1"/>
              <a:t>sed</a:t>
            </a:r>
            <a:r>
              <a:rPr lang="da-DK" sz="1200" dirty="0"/>
              <a:t> do </a:t>
            </a:r>
            <a:r>
              <a:rPr lang="da-DK" sz="1200" dirty="0" err="1"/>
              <a:t>eiusmod</a:t>
            </a:r>
            <a:r>
              <a:rPr lang="da-DK" sz="1200" dirty="0"/>
              <a:t> </a:t>
            </a:r>
            <a:r>
              <a:rPr lang="da-DK" sz="1200" dirty="0" err="1"/>
              <a:t>tempor</a:t>
            </a:r>
            <a:r>
              <a:rPr lang="da-DK" sz="1200" dirty="0"/>
              <a:t> </a:t>
            </a:r>
            <a:r>
              <a:rPr lang="da-DK" sz="1200" dirty="0" err="1"/>
              <a:t>incididunt</a:t>
            </a:r>
            <a:r>
              <a:rPr lang="da-DK" sz="1200" dirty="0"/>
              <a:t> </a:t>
            </a:r>
            <a:r>
              <a:rPr lang="da-DK" sz="1200" dirty="0" err="1"/>
              <a:t>ut</a:t>
            </a:r>
            <a:r>
              <a:rPr lang="da-DK" sz="1200" dirty="0"/>
              <a:t> </a:t>
            </a:r>
            <a:r>
              <a:rPr lang="da-DK" sz="1200" dirty="0" err="1"/>
              <a:t>labore</a:t>
            </a:r>
            <a:r>
              <a:rPr lang="da-DK" sz="1200" dirty="0"/>
              <a:t> et </a:t>
            </a:r>
            <a:r>
              <a:rPr lang="da-DK" sz="1200" dirty="0" err="1"/>
              <a:t>dolore</a:t>
            </a:r>
            <a:r>
              <a:rPr lang="da-DK" sz="1200" dirty="0"/>
              <a:t> </a:t>
            </a:r>
            <a:r>
              <a:rPr lang="da-DK" sz="1200" dirty="0" err="1"/>
              <a:t>magna</a:t>
            </a:r>
            <a:r>
              <a:rPr lang="da-DK" sz="1200" dirty="0"/>
              <a:t> </a:t>
            </a:r>
            <a:r>
              <a:rPr lang="da-DK" sz="1200" dirty="0" err="1"/>
              <a:t>aliqua</a:t>
            </a:r>
            <a:r>
              <a:rPr lang="da-DK" sz="1200" dirty="0"/>
              <a:t>.</a:t>
            </a:r>
          </a:p>
        </p:txBody>
      </p:sp>
      <p:sp>
        <p:nvSpPr>
          <p:cNvPr id="10" name="Tekstfelt 11"/>
          <p:cNvSpPr txBox="1"/>
          <p:nvPr/>
        </p:nvSpPr>
        <p:spPr>
          <a:xfrm>
            <a:off x="827584" y="6474241"/>
            <a:ext cx="792088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1941" indent="-361941">
              <a:tabLst>
                <a:tab pos="361941" algn="l"/>
              </a:tabLst>
            </a:pPr>
            <a:r>
              <a:rPr lang="en-US" sz="800" dirty="0"/>
              <a:t>Notes: [ Add notes ]</a:t>
            </a:r>
          </a:p>
          <a:p>
            <a:pPr marL="361941" indent="-361941">
              <a:tabLst>
                <a:tab pos="361941" algn="l"/>
              </a:tabLst>
            </a:pPr>
            <a:r>
              <a:rPr lang="en-US" sz="800" dirty="0"/>
              <a:t>Source:	[ Add sources ]</a:t>
            </a:r>
            <a:endParaRPr lang="da-DK" sz="800" dirty="0"/>
          </a:p>
        </p:txBody>
      </p:sp>
      <p:grpSp>
        <p:nvGrpSpPr>
          <p:cNvPr id="1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4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for kassen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Udskift billedet med det element der skal kommenteres (en graf, et billede, et indsat slide, en figur eller noget helt tredje)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</a:t>
                </a:r>
                <a:r>
                  <a:rPr lang="da-DK" sz="1600" dirty="0" err="1"/>
                  <a:t>kasen</a:t>
                </a:r>
                <a:r>
                  <a:rPr lang="da-DK" sz="1600" dirty="0"/>
                  <a:t>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og kildefeltet i bunden af siden skal bruges, så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eller slet konklusionskassen nederst på siden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204864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Kun streger</a:t>
            </a:r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slide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4A204B1-5332-4199-B5D1-D8BEA3E48DFA}" type="slidenum">
              <a:rPr lang="da-DK" noProof="0" smtClean="0"/>
              <a:pPr/>
              <a:t>41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14496623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1 stor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42</a:t>
            </a:fld>
            <a:endParaRPr lang="da-DK" noProof="0"/>
          </a:p>
        </p:txBody>
      </p:sp>
      <p:cxnSp>
        <p:nvCxnSpPr>
          <p:cNvPr id="8" name="Lige forbindelse 7"/>
          <p:cNvCxnSpPr/>
          <p:nvPr/>
        </p:nvCxnSpPr>
        <p:spPr bwMode="auto">
          <a:xfrm>
            <a:off x="899592" y="2132856"/>
            <a:ext cx="7344816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10"/>
          <p:cNvSpPr/>
          <p:nvPr/>
        </p:nvSpPr>
        <p:spPr bwMode="auto">
          <a:xfrm>
            <a:off x="899592" y="1556792"/>
            <a:ext cx="7344816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The heading ]</a:t>
            </a:r>
          </a:p>
        </p:txBody>
      </p:sp>
      <p:sp>
        <p:nvSpPr>
          <p:cNvPr id="12" name="Tekstboks 11"/>
          <p:cNvSpPr txBox="1"/>
          <p:nvPr/>
        </p:nvSpPr>
        <p:spPr>
          <a:xfrm>
            <a:off x="899592" y="5867400"/>
            <a:ext cx="7200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sp>
        <p:nvSpPr>
          <p:cNvPr id="13" name="Rektangel 12"/>
          <p:cNvSpPr/>
          <p:nvPr/>
        </p:nvSpPr>
        <p:spPr bwMode="auto">
          <a:xfrm>
            <a:off x="899592" y="2276872"/>
            <a:ext cx="7344816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[ Text ]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under stregerne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6135312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43</a:t>
            </a:fld>
            <a:endParaRPr lang="da-DK" noProof="0"/>
          </a:p>
        </p:txBody>
      </p:sp>
      <p:grpSp>
        <p:nvGrpSpPr>
          <p:cNvPr id="6" name="Gruppe 9"/>
          <p:cNvGrpSpPr/>
          <p:nvPr/>
        </p:nvGrpSpPr>
        <p:grpSpPr>
          <a:xfrm>
            <a:off x="825565" y="1556792"/>
            <a:ext cx="3569443" cy="4310608"/>
            <a:chOff x="899592" y="1556792"/>
            <a:chExt cx="7344816" cy="4310608"/>
          </a:xfrm>
        </p:grpSpPr>
        <p:cxnSp>
          <p:nvCxnSpPr>
            <p:cNvPr id="12" name="Lige forbindelse 11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14"/>
          <p:cNvGrpSpPr/>
          <p:nvPr/>
        </p:nvGrpSpPr>
        <p:grpSpPr>
          <a:xfrm>
            <a:off x="4858013" y="1556792"/>
            <a:ext cx="3569443" cy="4310608"/>
            <a:chOff x="899592" y="1556792"/>
            <a:chExt cx="7344816" cy="4310608"/>
          </a:xfrm>
        </p:grpSpPr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sp>
        <p:nvSpPr>
          <p:cNvPr id="20" name="Tekstboks 19"/>
          <p:cNvSpPr txBox="1"/>
          <p:nvPr/>
        </p:nvSpPr>
        <p:spPr>
          <a:xfrm>
            <a:off x="827584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sp>
        <p:nvSpPr>
          <p:cNvPr id="21" name="Tekstboks 20"/>
          <p:cNvSpPr txBox="1"/>
          <p:nvPr/>
        </p:nvSpPr>
        <p:spPr>
          <a:xfrm>
            <a:off x="4860032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grpSp>
        <p:nvGrpSpPr>
          <p:cNvPr id="22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3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under stregerne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3 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44</a:t>
            </a:fld>
            <a:endParaRPr lang="da-DK" noProof="0"/>
          </a:p>
        </p:txBody>
      </p:sp>
      <p:grpSp>
        <p:nvGrpSpPr>
          <p:cNvPr id="10" name="Gruppe 35"/>
          <p:cNvGrpSpPr/>
          <p:nvPr/>
        </p:nvGrpSpPr>
        <p:grpSpPr>
          <a:xfrm>
            <a:off x="6276926" y="1556792"/>
            <a:ext cx="2508826" cy="4474368"/>
            <a:chOff x="825565" y="1556792"/>
            <a:chExt cx="3602419" cy="4474368"/>
          </a:xfrm>
        </p:grpSpPr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34" name="Gruppe 35"/>
          <p:cNvGrpSpPr/>
          <p:nvPr/>
        </p:nvGrpSpPr>
        <p:grpSpPr>
          <a:xfrm>
            <a:off x="3504618" y="1556792"/>
            <a:ext cx="2508826" cy="4474368"/>
            <a:chOff x="825565" y="1556792"/>
            <a:chExt cx="3602419" cy="4474368"/>
          </a:xfrm>
        </p:grpSpPr>
        <p:cxnSp>
          <p:nvCxnSpPr>
            <p:cNvPr id="36" name="Lige forbindelse 35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2" name="Rektangel 41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48" name="Rektangel 47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9" name="Tekstboks 48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56" name="Gruppe 35"/>
          <p:cNvGrpSpPr/>
          <p:nvPr/>
        </p:nvGrpSpPr>
        <p:grpSpPr>
          <a:xfrm>
            <a:off x="732310" y="1556792"/>
            <a:ext cx="2508826" cy="4474368"/>
            <a:chOff x="825565" y="1556792"/>
            <a:chExt cx="3602419" cy="4474368"/>
          </a:xfrm>
        </p:grpSpPr>
        <p:cxnSp>
          <p:nvCxnSpPr>
            <p:cNvPr id="58" name="Lige forbindelse 5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9" name="Rektangel 5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60" name="Rektangel 5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61" name="Tekstboks 6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28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9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1" name="Rektangel 3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under stregerne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2" name="Rektangel 3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0" name="Rektangel 2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13068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vertikale - kausalitet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45</a:t>
            </a:fld>
            <a:endParaRPr lang="da-DK" noProof="0"/>
          </a:p>
        </p:txBody>
      </p:sp>
      <p:grpSp>
        <p:nvGrpSpPr>
          <p:cNvPr id="6" name="Gruppe 9"/>
          <p:cNvGrpSpPr/>
          <p:nvPr/>
        </p:nvGrpSpPr>
        <p:grpSpPr>
          <a:xfrm>
            <a:off x="825565" y="1556792"/>
            <a:ext cx="3314387" cy="4310608"/>
            <a:chOff x="899592" y="1556792"/>
            <a:chExt cx="7344816" cy="4310608"/>
          </a:xfrm>
        </p:grpSpPr>
        <p:cxnSp>
          <p:nvCxnSpPr>
            <p:cNvPr id="12" name="Lige forbindelse 11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14"/>
          <p:cNvGrpSpPr/>
          <p:nvPr/>
        </p:nvGrpSpPr>
        <p:grpSpPr>
          <a:xfrm>
            <a:off x="5362069" y="1556792"/>
            <a:ext cx="3314387" cy="4310608"/>
            <a:chOff x="899592" y="1556792"/>
            <a:chExt cx="7344816" cy="4310608"/>
          </a:xfrm>
        </p:grpSpPr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sp>
        <p:nvSpPr>
          <p:cNvPr id="20" name="Tekstboks 19"/>
          <p:cNvSpPr txBox="1"/>
          <p:nvPr/>
        </p:nvSpPr>
        <p:spPr>
          <a:xfrm>
            <a:off x="827584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sp>
        <p:nvSpPr>
          <p:cNvPr id="21" name="Tekstboks 20"/>
          <p:cNvSpPr txBox="1"/>
          <p:nvPr/>
        </p:nvSpPr>
        <p:spPr>
          <a:xfrm>
            <a:off x="5364088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[ Add a note ]</a:t>
            </a:r>
          </a:p>
        </p:txBody>
      </p:sp>
      <p:grpSp>
        <p:nvGrpSpPr>
          <p:cNvPr id="22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3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under stregerne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7" name="Vinkel 26"/>
          <p:cNvSpPr/>
          <p:nvPr/>
        </p:nvSpPr>
        <p:spPr bwMode="auto">
          <a:xfrm>
            <a:off x="4572000" y="2142728"/>
            <a:ext cx="504056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93098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3 vertikale - kausalitet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46</a:t>
            </a:fld>
            <a:endParaRPr lang="da-DK" noProof="0"/>
          </a:p>
        </p:txBody>
      </p:sp>
      <p:grpSp>
        <p:nvGrpSpPr>
          <p:cNvPr id="10" name="Gruppe 35"/>
          <p:cNvGrpSpPr/>
          <p:nvPr/>
        </p:nvGrpSpPr>
        <p:grpSpPr>
          <a:xfrm>
            <a:off x="6749306" y="1556792"/>
            <a:ext cx="2143174" cy="4474368"/>
            <a:chOff x="825565" y="1556792"/>
            <a:chExt cx="3602419" cy="4474368"/>
          </a:xfrm>
        </p:grpSpPr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34" name="Gruppe 35"/>
          <p:cNvGrpSpPr/>
          <p:nvPr/>
        </p:nvGrpSpPr>
        <p:grpSpPr>
          <a:xfrm>
            <a:off x="3740808" y="1556792"/>
            <a:ext cx="2143174" cy="4474368"/>
            <a:chOff x="825565" y="1556792"/>
            <a:chExt cx="3602419" cy="4474368"/>
          </a:xfrm>
        </p:grpSpPr>
        <p:cxnSp>
          <p:nvCxnSpPr>
            <p:cNvPr id="36" name="Lige forbindelse 35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2" name="Rektangel 41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48" name="Rektangel 47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9" name="Tekstboks 48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56" name="Gruppe 35"/>
          <p:cNvGrpSpPr/>
          <p:nvPr/>
        </p:nvGrpSpPr>
        <p:grpSpPr>
          <a:xfrm>
            <a:off x="732310" y="1556792"/>
            <a:ext cx="2143174" cy="4474368"/>
            <a:chOff x="825565" y="1556792"/>
            <a:chExt cx="3602419" cy="4474368"/>
          </a:xfrm>
        </p:grpSpPr>
        <p:cxnSp>
          <p:nvCxnSpPr>
            <p:cNvPr id="58" name="Lige forbindelse 5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9" name="Rektangel 5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60" name="Rektangel 5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/>
                <a:t>[ Text ]</a:t>
              </a:r>
              <a:endParaRPr kumimoji="0" lang="da-DK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61" name="Tekstboks 6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/>
                <a:t>Note: [ Add a note ]</a:t>
              </a:r>
            </a:p>
          </p:txBody>
        </p:sp>
      </p:grpSp>
      <p:grpSp>
        <p:nvGrpSpPr>
          <p:cNvPr id="28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9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1" name="Rektangel 3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under stregerne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2" name="Rektangel 3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0" name="Rektangel 2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5" name="Vinkel 24"/>
          <p:cNvSpPr/>
          <p:nvPr/>
        </p:nvSpPr>
        <p:spPr bwMode="auto">
          <a:xfrm>
            <a:off x="3059832" y="2142728"/>
            <a:ext cx="504056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sp>
        <p:nvSpPr>
          <p:cNvPr id="26" name="Vinkel 25"/>
          <p:cNvSpPr/>
          <p:nvPr/>
        </p:nvSpPr>
        <p:spPr bwMode="auto">
          <a:xfrm>
            <a:off x="6084168" y="2142728"/>
            <a:ext cx="504056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645138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59E76-53DA-408D-AA2A-09B59BDDA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 </a:t>
            </a:r>
            <a:r>
              <a:rPr lang="en-US" dirty="0" err="1"/>
              <a:t>kolonner</a:t>
            </a:r>
            <a:r>
              <a:rPr lang="en-US" dirty="0"/>
              <a:t> med </a:t>
            </a:r>
            <a:r>
              <a:rPr lang="en-US" dirty="0" err="1"/>
              <a:t>adskillelse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EEFADA-46C5-4E8F-9857-72AC23820E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47</a:t>
            </a:fld>
            <a:endParaRPr lang="da-DK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BD7DAC-C1D7-481E-9E3F-0234CCB0AE64}"/>
              </a:ext>
            </a:extLst>
          </p:cNvPr>
          <p:cNvSpPr>
            <a:spLocks/>
          </p:cNvSpPr>
          <p:nvPr/>
        </p:nvSpPr>
        <p:spPr>
          <a:xfrm>
            <a:off x="651272" y="1761327"/>
            <a:ext cx="3662310" cy="400526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tx1">
                    <a:lumMod val="100000"/>
                    <a:alpha val="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11000"/>
              </a:lnSpc>
            </a:pPr>
            <a:r>
              <a:rPr lang="en-US" sz="1200" spc="50" baseline="0" noProof="0" dirty="0">
                <a:solidFill>
                  <a:schemeClr val="tx1">
                    <a:lumMod val="100000"/>
                  </a:schemeClr>
                </a:solidFill>
              </a:rPr>
              <a:t>Lorem ipsum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DAFB72-CECA-4F27-936E-EB279AA5FFB1}"/>
              </a:ext>
            </a:extLst>
          </p:cNvPr>
          <p:cNvSpPr/>
          <p:nvPr/>
        </p:nvSpPr>
        <p:spPr>
          <a:xfrm>
            <a:off x="4830418" y="1761327"/>
            <a:ext cx="3662310" cy="400526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tx1">
                    <a:lumMod val="100000"/>
                    <a:alpha val="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1000"/>
              </a:lnSpc>
            </a:pPr>
            <a:r>
              <a:rPr lang="en-US" sz="1200" spc="50" dirty="0">
                <a:solidFill>
                  <a:schemeClr val="tx1">
                    <a:lumMod val="100000"/>
                  </a:schemeClr>
                </a:solidFill>
              </a:rPr>
              <a:t>Lorem ipsum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282A8EE-6B86-499B-B987-92EC3F24606A}"/>
              </a:ext>
            </a:extLst>
          </p:cNvPr>
          <p:cNvCxnSpPr/>
          <p:nvPr/>
        </p:nvCxnSpPr>
        <p:spPr>
          <a:xfrm>
            <a:off x="4572000" y="1761327"/>
            <a:ext cx="0" cy="399553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484390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Sort streg, 2 vertikale med 3 underpunkter med billeder og tekst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48</a:t>
            </a:fld>
            <a:endParaRPr lang="da-DK" noProof="0"/>
          </a:p>
        </p:txBody>
      </p:sp>
      <p:grpSp>
        <p:nvGrpSpPr>
          <p:cNvPr id="6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7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(eller tilføj) eventuelt rækker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Udskift billederne (brug et billede som fyldfarve i cellen). Undgå helst </a:t>
                </a:r>
                <a:r>
                  <a:rPr lang="da-DK" sz="1600" dirty="0" err="1"/>
                  <a:t>clip-art</a:t>
                </a:r>
                <a:endParaRPr lang="da-DK" sz="16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aphicFrame>
        <p:nvGraphicFramePr>
          <p:cNvPr id="27" name="Tabel 26"/>
          <p:cNvGraphicFramePr>
            <a:graphicFrameLocks noGrp="1"/>
          </p:cNvGraphicFramePr>
          <p:nvPr/>
        </p:nvGraphicFramePr>
        <p:xfrm>
          <a:off x="827584" y="1484784"/>
          <a:ext cx="7488000" cy="4882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6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endParaRPr lang="da-DK" dirty="0"/>
                    </a:p>
                    <a:p>
                      <a:r>
                        <a:rPr lang="en-US" dirty="0"/>
                        <a:t>[ The heading ]</a:t>
                      </a:r>
                      <a:endParaRPr lang="da-DK" dirty="0"/>
                    </a:p>
                  </a:txBody>
                  <a:tcP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dirty="0"/>
                    </a:p>
                    <a:p>
                      <a:r>
                        <a:rPr lang="en-US" dirty="0"/>
                        <a:t>[ The heading ]</a:t>
                      </a:r>
                      <a:endParaRPr lang="da-DK" dirty="0"/>
                    </a:p>
                  </a:txBody>
                  <a:tcP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Notes: [ Add notes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Sort streg, 4 rækker med billeder og tekst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49</a:t>
            </a:fld>
            <a:endParaRPr lang="da-DK" noProof="0"/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(eller tilføj) eventuelt rækker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Udskift billederne (brug et billede som fyldfarve i cellen). Undgå helst </a:t>
                </a:r>
                <a:r>
                  <a:rPr lang="da-DK" sz="1600" dirty="0" err="1"/>
                  <a:t>clip-art</a:t>
                </a:r>
                <a:endParaRPr lang="da-DK" sz="16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aphicFrame>
        <p:nvGraphicFramePr>
          <p:cNvPr id="27" name="Tabel 26"/>
          <p:cNvGraphicFramePr>
            <a:graphicFrameLocks noGrp="1"/>
          </p:cNvGraphicFramePr>
          <p:nvPr/>
        </p:nvGraphicFramePr>
        <p:xfrm>
          <a:off x="827584" y="1484784"/>
          <a:ext cx="7488000" cy="4998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6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200"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00" dirty="0"/>
                    </a:p>
                  </a:txBody>
                  <a:tcPr marL="0" marR="0" marT="0" marB="0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Notes: [ Add notes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Sort streg, 3 rækker med billeder og tekst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50</a:t>
            </a:fld>
            <a:endParaRPr lang="da-DK" noProof="0"/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(eller tilføj) eventuelt rækker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Udskift billederne (brug et billede som fyldfarve i cellen). Undgå helst </a:t>
                </a:r>
                <a:r>
                  <a:rPr lang="da-DK" sz="1600" dirty="0" err="1"/>
                  <a:t>clip-art</a:t>
                </a:r>
                <a:endParaRPr lang="da-DK" sz="16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aphicFrame>
        <p:nvGraphicFramePr>
          <p:cNvPr id="27" name="Tabel 26"/>
          <p:cNvGraphicFramePr>
            <a:graphicFrameLocks noGrp="1"/>
          </p:cNvGraphicFramePr>
          <p:nvPr/>
        </p:nvGraphicFramePr>
        <p:xfrm>
          <a:off x="827584" y="1484784"/>
          <a:ext cx="7488000" cy="48796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6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44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Notes: [ Add notes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Sort streg, 2 rækker med billeder og tekst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51</a:t>
            </a:fld>
            <a:endParaRPr lang="da-DK" noProof="0"/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(eller tilføj) eventuelt rækker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Udskift billederne (brug et billede som fyldfarve i cellen). Undgå helst </a:t>
                </a:r>
                <a:r>
                  <a:rPr lang="da-DK" sz="1600" dirty="0" err="1"/>
                  <a:t>clip-art</a:t>
                </a:r>
                <a:endParaRPr lang="da-DK" sz="16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aphicFrame>
        <p:nvGraphicFramePr>
          <p:cNvPr id="27" name="Tabel 26"/>
          <p:cNvGraphicFramePr>
            <a:graphicFrameLocks noGrp="1"/>
          </p:cNvGraphicFramePr>
          <p:nvPr/>
        </p:nvGraphicFramePr>
        <p:xfrm>
          <a:off x="827584" y="1484784"/>
          <a:ext cx="7560839" cy="4402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448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0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27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Notes: [ Add notes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Sort streg, 1 rækker med billeder og tekst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52</a:t>
            </a:fld>
            <a:endParaRPr lang="da-DK" noProof="0"/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(eller tilføj) eventuelt rækker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Udskift billederne (brug et billede som fyldfarve i cellen). Undgå helst </a:t>
                </a:r>
                <a:r>
                  <a:rPr lang="da-DK" sz="1600" dirty="0" err="1"/>
                  <a:t>clip-art</a:t>
                </a:r>
                <a:endParaRPr lang="da-DK" sz="16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tekst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aphicFrame>
        <p:nvGraphicFramePr>
          <p:cNvPr id="27" name="Tabel 26"/>
          <p:cNvGraphicFramePr>
            <a:graphicFrameLocks noGrp="1"/>
          </p:cNvGraphicFramePr>
          <p:nvPr/>
        </p:nvGraphicFramePr>
        <p:xfrm>
          <a:off x="827585" y="1484784"/>
          <a:ext cx="7488831" cy="464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743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4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000">
                <a:tc gridSpan="2">
                  <a:txBody>
                    <a:bodyPr/>
                    <a:lstStyle/>
                    <a:p>
                      <a:pPr algn="l"/>
                      <a:r>
                        <a:rPr lang="en-US" sz="1000" dirty="0"/>
                        <a:t>Notes: [ Add notes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53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203694105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1 kasser og tilhørende tabel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54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r>
                        <a:rPr lang="en-US" sz="1000" b="0" dirty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selve </a:t>
                </a:r>
                <a:r>
                  <a:rPr lang="da-DK" sz="1400" dirty="0" err="1"/>
                  <a:t>kasserne/procesflow</a:t>
                </a:r>
                <a:endParaRPr lang="da-DK" sz="14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3" name="Pentagon 12"/>
          <p:cNvSpPr/>
          <p:nvPr/>
        </p:nvSpPr>
        <p:spPr>
          <a:xfrm>
            <a:off x="1547664" y="1808928"/>
            <a:ext cx="7344816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2 kasser og tilhørende tabel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55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56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r>
                        <a:rPr lang="en-US" sz="1000" b="0" dirty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selve </a:t>
                </a:r>
                <a:r>
                  <a:rPr lang="da-DK" sz="1400" dirty="0" err="1"/>
                  <a:t>kasserne/procesflow</a:t>
                </a:r>
                <a:endParaRPr lang="da-DK" sz="14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8" name="Pentagon 17"/>
          <p:cNvSpPr/>
          <p:nvPr/>
        </p:nvSpPr>
        <p:spPr>
          <a:xfrm>
            <a:off x="1547664" y="1808928"/>
            <a:ext cx="3787607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19" name="Vinkel 18"/>
          <p:cNvSpPr/>
          <p:nvPr/>
        </p:nvSpPr>
        <p:spPr>
          <a:xfrm>
            <a:off x="5148064" y="1808928"/>
            <a:ext cx="3766603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3 kasser og tilhørende tabel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56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352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9">
                  <a:txBody>
                    <a:bodyPr/>
                    <a:lstStyle/>
                    <a:p>
                      <a:r>
                        <a:rPr lang="en-US" sz="1000" b="0" dirty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selve </a:t>
                </a:r>
                <a:r>
                  <a:rPr lang="da-DK" sz="1400" dirty="0" err="1"/>
                  <a:t>kasserne/procesflow</a:t>
                </a:r>
                <a:endParaRPr lang="da-DK" sz="14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0" name="Pentagon 19"/>
          <p:cNvSpPr/>
          <p:nvPr/>
        </p:nvSpPr>
        <p:spPr>
          <a:xfrm>
            <a:off x="1547664" y="1808928"/>
            <a:ext cx="2550476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1" name="Vinkel 20"/>
          <p:cNvSpPr/>
          <p:nvPr/>
        </p:nvSpPr>
        <p:spPr>
          <a:xfrm>
            <a:off x="3923928" y="1808928"/>
            <a:ext cx="2628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5" name="Vinkel 24"/>
          <p:cNvSpPr/>
          <p:nvPr/>
        </p:nvSpPr>
        <p:spPr>
          <a:xfrm>
            <a:off x="6372200" y="1808928"/>
            <a:ext cx="2628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4 kasser og tilhørende tabel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57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2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2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b="0" dirty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selve </a:t>
                </a:r>
                <a:r>
                  <a:rPr lang="da-DK" sz="1400" dirty="0" err="1"/>
                  <a:t>kasserne/procesflow</a:t>
                </a:r>
                <a:endParaRPr lang="da-DK" sz="14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2" name="Pentagon 21"/>
          <p:cNvSpPr/>
          <p:nvPr/>
        </p:nvSpPr>
        <p:spPr>
          <a:xfrm>
            <a:off x="1547664" y="1808928"/>
            <a:ext cx="1987932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3" name="Vinkel 22"/>
          <p:cNvSpPr/>
          <p:nvPr/>
        </p:nvSpPr>
        <p:spPr>
          <a:xfrm>
            <a:off x="33478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4" name="Vinkel 23"/>
          <p:cNvSpPr/>
          <p:nvPr/>
        </p:nvSpPr>
        <p:spPr>
          <a:xfrm>
            <a:off x="51480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30" name="Vinkel 29"/>
          <p:cNvSpPr/>
          <p:nvPr/>
        </p:nvSpPr>
        <p:spPr>
          <a:xfrm>
            <a:off x="69482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5 kasser og tilhørende tabel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58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172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5">
                  <a:txBody>
                    <a:bodyPr/>
                    <a:lstStyle/>
                    <a:p>
                      <a:r>
                        <a:rPr lang="en-US" sz="1000" b="0" dirty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selve </a:t>
                </a:r>
                <a:r>
                  <a:rPr lang="da-DK" sz="1400" dirty="0" err="1"/>
                  <a:t>kasserne/procesflow</a:t>
                </a:r>
                <a:endParaRPr lang="da-DK" sz="14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5" name="Pentagon 24"/>
          <p:cNvSpPr/>
          <p:nvPr/>
        </p:nvSpPr>
        <p:spPr>
          <a:xfrm>
            <a:off x="1547664" y="1808928"/>
            <a:ext cx="1568840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6" name="Vinkel 25"/>
          <p:cNvSpPr/>
          <p:nvPr/>
        </p:nvSpPr>
        <p:spPr>
          <a:xfrm>
            <a:off x="2952000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7" name="Vinkel 26"/>
          <p:cNvSpPr/>
          <p:nvPr/>
        </p:nvSpPr>
        <p:spPr>
          <a:xfrm>
            <a:off x="4355976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8" name="Vinkel 27"/>
          <p:cNvSpPr/>
          <p:nvPr/>
        </p:nvSpPr>
        <p:spPr>
          <a:xfrm>
            <a:off x="5796136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9" name="Vinkel 28"/>
          <p:cNvSpPr/>
          <p:nvPr/>
        </p:nvSpPr>
        <p:spPr>
          <a:xfrm>
            <a:off x="7236296" y="1808928"/>
            <a:ext cx="1584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6 kasser og tilhørende tabel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59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316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8">
                  <a:txBody>
                    <a:bodyPr/>
                    <a:lstStyle/>
                    <a:p>
                      <a:r>
                        <a:rPr lang="en-US" sz="1000" b="0" dirty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3" name="Gruppe 17"/>
          <p:cNvGrpSpPr/>
          <p:nvPr/>
        </p:nvGrpSpPr>
        <p:grpSpPr>
          <a:xfrm>
            <a:off x="1548356" y="1808928"/>
            <a:ext cx="7397980" cy="972000"/>
            <a:chOff x="1548356" y="1808928"/>
            <a:chExt cx="7397980" cy="972000"/>
          </a:xfrm>
        </p:grpSpPr>
        <p:sp>
          <p:nvSpPr>
            <p:cNvPr id="6" name="Pentagon 5"/>
            <p:cNvSpPr/>
            <p:nvPr/>
          </p:nvSpPr>
          <p:spPr>
            <a:xfrm>
              <a:off x="1548356" y="1808928"/>
              <a:ext cx="1371600" cy="972000"/>
            </a:xfrm>
            <a:prstGeom prst="homePlate">
              <a:avLst>
                <a:gd name="adj" fmla="val 1521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[ Text ]</a:t>
              </a:r>
              <a:endParaRPr lang="da-DK" sz="1400" dirty="0">
                <a:solidFill>
                  <a:schemeClr val="tx1"/>
                </a:solidFill>
              </a:endParaRPr>
            </a:p>
          </p:txBody>
        </p:sp>
        <p:sp>
          <p:nvSpPr>
            <p:cNvPr id="7" name="Vinkel 6"/>
            <p:cNvSpPr/>
            <p:nvPr/>
          </p:nvSpPr>
          <p:spPr>
            <a:xfrm>
              <a:off x="2699792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>
                  <a:solidFill>
                    <a:srgbClr val="000000"/>
                  </a:solidFill>
                </a:rPr>
                <a:t>[ Text ]</a:t>
              </a:r>
              <a:endParaRPr lang="da-DK" sz="1400" dirty="0">
                <a:solidFill>
                  <a:srgbClr val="000000"/>
                </a:solidFill>
              </a:endParaRPr>
            </a:p>
          </p:txBody>
        </p:sp>
        <p:sp>
          <p:nvSpPr>
            <p:cNvPr id="8" name="Vinkel 7"/>
            <p:cNvSpPr/>
            <p:nvPr/>
          </p:nvSpPr>
          <p:spPr>
            <a:xfrm>
              <a:off x="3923928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>
                  <a:solidFill>
                    <a:srgbClr val="000000"/>
                  </a:solidFill>
                </a:rPr>
                <a:t>[ Text ]</a:t>
              </a:r>
              <a:endParaRPr lang="da-DK" sz="1400" dirty="0">
                <a:solidFill>
                  <a:srgbClr val="000000"/>
                </a:solidFill>
              </a:endParaRPr>
            </a:p>
          </p:txBody>
        </p:sp>
        <p:sp>
          <p:nvSpPr>
            <p:cNvPr id="9" name="Vinkel 8"/>
            <p:cNvSpPr/>
            <p:nvPr/>
          </p:nvSpPr>
          <p:spPr>
            <a:xfrm>
              <a:off x="5148064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>
                  <a:solidFill>
                    <a:srgbClr val="000000"/>
                  </a:solidFill>
                </a:rPr>
                <a:t>[ Text ]</a:t>
              </a:r>
              <a:endParaRPr lang="da-DK" sz="1400" dirty="0">
                <a:solidFill>
                  <a:srgbClr val="000000"/>
                </a:solidFill>
              </a:endParaRPr>
            </a:p>
          </p:txBody>
        </p:sp>
        <p:sp>
          <p:nvSpPr>
            <p:cNvPr id="10" name="Vinkel 9"/>
            <p:cNvSpPr/>
            <p:nvPr/>
          </p:nvSpPr>
          <p:spPr>
            <a:xfrm>
              <a:off x="6372200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>
                  <a:solidFill>
                    <a:srgbClr val="000000"/>
                  </a:solidFill>
                </a:rPr>
                <a:t>[ Text ]</a:t>
              </a:r>
              <a:endParaRPr lang="da-DK" sz="1400" dirty="0">
                <a:solidFill>
                  <a:srgbClr val="000000"/>
                </a:solidFill>
              </a:endParaRPr>
            </a:p>
          </p:txBody>
        </p:sp>
        <p:sp>
          <p:nvSpPr>
            <p:cNvPr id="11" name="Vinkel 10"/>
            <p:cNvSpPr/>
            <p:nvPr/>
          </p:nvSpPr>
          <p:spPr>
            <a:xfrm>
              <a:off x="7596336" y="1808928"/>
              <a:ext cx="135000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>
                  <a:solidFill>
                    <a:srgbClr val="000000"/>
                  </a:solidFill>
                </a:rPr>
                <a:t>[ Text ]</a:t>
              </a:r>
              <a:endParaRPr lang="da-DK" sz="1400" dirty="0">
                <a:solidFill>
                  <a:srgbClr val="000000"/>
                </a:solidFill>
              </a:endParaRPr>
            </a:p>
          </p:txBody>
        </p:sp>
      </p:grpSp>
      <p:grpSp>
        <p:nvGrpSpPr>
          <p:cNvPr id="12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3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selve </a:t>
                </a:r>
                <a:r>
                  <a:rPr lang="da-DK" sz="1400" dirty="0" err="1"/>
                  <a:t>kasserne/procesflow</a:t>
                </a:r>
                <a:endParaRPr lang="da-DK" sz="14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1 kasse og 6 med nøgletal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60</a:t>
            </a:fld>
            <a:endParaRPr lang="da-DK" noProof="0"/>
          </a:p>
        </p:txBody>
      </p:sp>
      <p:sp>
        <p:nvSpPr>
          <p:cNvPr id="6" name="Pentagon 5"/>
          <p:cNvSpPr/>
          <p:nvPr/>
        </p:nvSpPr>
        <p:spPr bwMode="auto">
          <a:xfrm>
            <a:off x="971600" y="1628800"/>
            <a:ext cx="7848872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7" name="Lige forbindelse 6"/>
          <p:cNvCxnSpPr/>
          <p:nvPr/>
        </p:nvCxnSpPr>
        <p:spPr bwMode="auto">
          <a:xfrm>
            <a:off x="1035971" y="2179106"/>
            <a:ext cx="756847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ktangel 7"/>
          <p:cNvSpPr/>
          <p:nvPr/>
        </p:nvSpPr>
        <p:spPr bwMode="auto">
          <a:xfrm>
            <a:off x="1035970" y="1847743"/>
            <a:ext cx="7568478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9" name="Rektangel 8"/>
          <p:cNvSpPr/>
          <p:nvPr/>
        </p:nvSpPr>
        <p:spPr bwMode="auto">
          <a:xfrm>
            <a:off x="1035970" y="2220091"/>
            <a:ext cx="7568478" cy="15033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[ Text ]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19" name="Kombinationstegning 18"/>
          <p:cNvSpPr/>
          <p:nvPr/>
        </p:nvSpPr>
        <p:spPr bwMode="auto">
          <a:xfrm>
            <a:off x="971601" y="3729980"/>
            <a:ext cx="7745305" cy="517829"/>
          </a:xfrm>
          <a:custGeom>
            <a:avLst/>
            <a:gdLst>
              <a:gd name="connsiteX0" fmla="*/ 0 w 7745305"/>
              <a:gd name="connsiteY0" fmla="*/ 0 h 517829"/>
              <a:gd name="connsiteX1" fmla="*/ 7745305 w 7745305"/>
              <a:gd name="connsiteY1" fmla="*/ 0 h 517829"/>
              <a:gd name="connsiteX2" fmla="*/ 7677563 w 7745305"/>
              <a:gd name="connsiteY2" fmla="*/ 517829 h 517829"/>
              <a:gd name="connsiteX3" fmla="*/ 0 w 774530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45305" h="517829">
                <a:moveTo>
                  <a:pt x="0" y="0"/>
                </a:moveTo>
                <a:lnTo>
                  <a:pt x="7745305" y="0"/>
                </a:lnTo>
                <a:lnTo>
                  <a:pt x="7677563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35" name="Tabel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181403"/>
              </p:ext>
            </p:extLst>
          </p:nvPr>
        </p:nvGraphicFramePr>
        <p:xfrm>
          <a:off x="179512" y="3717033"/>
          <a:ext cx="8496942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6">
                  <a:txBody>
                    <a:bodyPr/>
                    <a:lstStyle/>
                    <a:p>
                      <a:r>
                        <a:rPr lang="en-US" sz="1200" dirty="0"/>
                        <a:t>Notes: [ Add text ]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pSp>
        <p:nvGrpSpPr>
          <p:cNvPr id="20" name="Gruppe 19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1" name="Gruppe 20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3" name="Rektangel 2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eventuel af kolonner i tabellen nederst ved at tilføje eller slette (husk at få afstanden til at passe med tabellen og ”fordel jævnt” efterfølgende)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(kasserne i bunden af pilen)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selve kassen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af hver kasse bruges skal det slettes</a:t>
                </a:r>
              </a:p>
            </p:txBody>
          </p:sp>
          <p:sp>
            <p:nvSpPr>
              <p:cNvPr id="24" name="Rektangel 2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2" name="Rektangel 2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040057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2 kasser og 3 områder pr kasse med nøgletal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61</a:t>
            </a:fld>
            <a:endParaRPr lang="da-DK" noProof="0"/>
          </a:p>
        </p:txBody>
      </p:sp>
      <p:sp>
        <p:nvSpPr>
          <p:cNvPr id="6" name="Pentagon 5"/>
          <p:cNvSpPr/>
          <p:nvPr/>
        </p:nvSpPr>
        <p:spPr bwMode="auto">
          <a:xfrm>
            <a:off x="971600" y="1628800"/>
            <a:ext cx="3924870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7" name="Lige forbindelse 6"/>
          <p:cNvCxnSpPr/>
          <p:nvPr/>
        </p:nvCxnSpPr>
        <p:spPr bwMode="auto">
          <a:xfrm>
            <a:off x="1035971" y="2179106"/>
            <a:ext cx="3620418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ktangel 7"/>
          <p:cNvSpPr/>
          <p:nvPr/>
        </p:nvSpPr>
        <p:spPr bwMode="auto">
          <a:xfrm>
            <a:off x="1035971" y="1847743"/>
            <a:ext cx="3620418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9" name="Rektangel 8"/>
          <p:cNvSpPr/>
          <p:nvPr/>
        </p:nvSpPr>
        <p:spPr bwMode="auto">
          <a:xfrm>
            <a:off x="1035971" y="2220091"/>
            <a:ext cx="3620418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[ Text ]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15" name="Vinkel 14"/>
          <p:cNvSpPr/>
          <p:nvPr/>
        </p:nvSpPr>
        <p:spPr bwMode="auto">
          <a:xfrm>
            <a:off x="4860032" y="1628801"/>
            <a:ext cx="3924870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6" name="Lige forbindelse 15"/>
          <p:cNvCxnSpPr/>
          <p:nvPr/>
        </p:nvCxnSpPr>
        <p:spPr bwMode="auto">
          <a:xfrm>
            <a:off x="5040486" y="2179107"/>
            <a:ext cx="357558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7" name="Rektangel 16"/>
          <p:cNvSpPr/>
          <p:nvPr/>
        </p:nvSpPr>
        <p:spPr bwMode="auto">
          <a:xfrm>
            <a:off x="5212240" y="1847744"/>
            <a:ext cx="3474217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18" name="Rektangel 17"/>
          <p:cNvSpPr/>
          <p:nvPr/>
        </p:nvSpPr>
        <p:spPr bwMode="auto">
          <a:xfrm>
            <a:off x="5212240" y="2220092"/>
            <a:ext cx="3474217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[ Text ]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34" name="Kombinationstegning 33"/>
          <p:cNvSpPr/>
          <p:nvPr/>
        </p:nvSpPr>
        <p:spPr bwMode="auto">
          <a:xfrm>
            <a:off x="4866467" y="3729981"/>
            <a:ext cx="3826275" cy="517829"/>
          </a:xfrm>
          <a:custGeom>
            <a:avLst/>
            <a:gdLst>
              <a:gd name="connsiteX0" fmla="*/ 64491 w 3826275"/>
              <a:gd name="connsiteY0" fmla="*/ 0 h 517829"/>
              <a:gd name="connsiteX1" fmla="*/ 3826275 w 3826275"/>
              <a:gd name="connsiteY1" fmla="*/ 0 h 517829"/>
              <a:gd name="connsiteX2" fmla="*/ 3761784 w 3826275"/>
              <a:gd name="connsiteY2" fmla="*/ 517829 h 517829"/>
              <a:gd name="connsiteX3" fmla="*/ 0 w 382627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26275" h="517829">
                <a:moveTo>
                  <a:pt x="64491" y="0"/>
                </a:moveTo>
                <a:lnTo>
                  <a:pt x="3826275" y="0"/>
                </a:lnTo>
                <a:lnTo>
                  <a:pt x="3761784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sp>
        <p:nvSpPr>
          <p:cNvPr id="33" name="Kombinationstegning 32"/>
          <p:cNvSpPr/>
          <p:nvPr/>
        </p:nvSpPr>
        <p:spPr bwMode="auto">
          <a:xfrm>
            <a:off x="978035" y="3729980"/>
            <a:ext cx="3821304" cy="517829"/>
          </a:xfrm>
          <a:custGeom>
            <a:avLst/>
            <a:gdLst>
              <a:gd name="connsiteX0" fmla="*/ 0 w 3821304"/>
              <a:gd name="connsiteY0" fmla="*/ 0 h 517829"/>
              <a:gd name="connsiteX1" fmla="*/ 3821304 w 3821304"/>
              <a:gd name="connsiteY1" fmla="*/ 0 h 517829"/>
              <a:gd name="connsiteX2" fmla="*/ 3753561 w 3821304"/>
              <a:gd name="connsiteY2" fmla="*/ 517829 h 517829"/>
              <a:gd name="connsiteX3" fmla="*/ 0 w 3821304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21304" h="517829">
                <a:moveTo>
                  <a:pt x="0" y="0"/>
                </a:moveTo>
                <a:lnTo>
                  <a:pt x="3821304" y="0"/>
                </a:lnTo>
                <a:lnTo>
                  <a:pt x="3753561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35" name="Tabel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3880200"/>
              </p:ext>
            </p:extLst>
          </p:nvPr>
        </p:nvGraphicFramePr>
        <p:xfrm>
          <a:off x="179512" y="3717033"/>
          <a:ext cx="8507098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1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1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1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60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81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81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481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7">
                  <a:txBody>
                    <a:bodyPr/>
                    <a:lstStyle/>
                    <a:p>
                      <a:r>
                        <a:rPr lang="en-US" sz="1200" dirty="0"/>
                        <a:t>Notes: [ Add text ]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pSp>
        <p:nvGrpSpPr>
          <p:cNvPr id="36" name="Gruppe 3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7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9" name="Rektangel 3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eventuel af kolonner i tabellen nederst ved at tilføje eller slette (husk at få afstanden til at passe med tabellen og ”fordel jævnt” efterfølgende).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selve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af hver kasse bruges skal det slettes</a:t>
                </a:r>
              </a:p>
            </p:txBody>
          </p:sp>
          <p:sp>
            <p:nvSpPr>
              <p:cNvPr id="40" name="Rektangel 3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8" name="Rektangel 3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463958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3 kasser og 2 områder pr kasse med nøgletal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62</a:t>
            </a:fld>
            <a:endParaRPr lang="da-DK" noProof="0"/>
          </a:p>
        </p:txBody>
      </p:sp>
      <p:sp>
        <p:nvSpPr>
          <p:cNvPr id="15" name="Vinkel 14"/>
          <p:cNvSpPr/>
          <p:nvPr/>
        </p:nvSpPr>
        <p:spPr bwMode="auto">
          <a:xfrm>
            <a:off x="3599892" y="1637982"/>
            <a:ext cx="2674426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6" name="Lige forbindelse 15"/>
          <p:cNvCxnSpPr/>
          <p:nvPr/>
        </p:nvCxnSpPr>
        <p:spPr bwMode="auto">
          <a:xfrm>
            <a:off x="3722854" y="2188288"/>
            <a:ext cx="243641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7" name="Rektangel 16"/>
          <p:cNvSpPr/>
          <p:nvPr/>
        </p:nvSpPr>
        <p:spPr bwMode="auto">
          <a:xfrm>
            <a:off x="3839888" y="1856925"/>
            <a:ext cx="2367349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18" name="Rektangel 17"/>
          <p:cNvSpPr/>
          <p:nvPr/>
        </p:nvSpPr>
        <p:spPr bwMode="auto">
          <a:xfrm>
            <a:off x="3839888" y="2229273"/>
            <a:ext cx="2367349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[ Text ]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6" name="Pentagon 5"/>
          <p:cNvSpPr/>
          <p:nvPr/>
        </p:nvSpPr>
        <p:spPr bwMode="auto">
          <a:xfrm>
            <a:off x="971600" y="1637981"/>
            <a:ext cx="2674426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7" name="Lige forbindelse 6"/>
          <p:cNvCxnSpPr/>
          <p:nvPr/>
        </p:nvCxnSpPr>
        <p:spPr bwMode="auto">
          <a:xfrm>
            <a:off x="1015463" y="2188287"/>
            <a:ext cx="246697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ktangel 7"/>
          <p:cNvSpPr/>
          <p:nvPr/>
        </p:nvSpPr>
        <p:spPr bwMode="auto">
          <a:xfrm>
            <a:off x="1015463" y="1856924"/>
            <a:ext cx="2466971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9" name="Rektangel 8"/>
          <p:cNvSpPr/>
          <p:nvPr/>
        </p:nvSpPr>
        <p:spPr bwMode="auto">
          <a:xfrm>
            <a:off x="1015463" y="2229272"/>
            <a:ext cx="2466971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[ Text ]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26" name="Vinkel 25"/>
          <p:cNvSpPr/>
          <p:nvPr/>
        </p:nvSpPr>
        <p:spPr bwMode="auto">
          <a:xfrm>
            <a:off x="6236101" y="1637981"/>
            <a:ext cx="2674426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27" name="Lige forbindelse 26"/>
          <p:cNvCxnSpPr/>
          <p:nvPr/>
        </p:nvCxnSpPr>
        <p:spPr bwMode="auto">
          <a:xfrm>
            <a:off x="6359063" y="2188287"/>
            <a:ext cx="243641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8" name="Rektangel 27"/>
          <p:cNvSpPr/>
          <p:nvPr/>
        </p:nvSpPr>
        <p:spPr bwMode="auto">
          <a:xfrm>
            <a:off x="6476097" y="1856924"/>
            <a:ext cx="2367349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29" name="Rektangel 28"/>
          <p:cNvSpPr/>
          <p:nvPr/>
        </p:nvSpPr>
        <p:spPr bwMode="auto">
          <a:xfrm>
            <a:off x="6476097" y="2229272"/>
            <a:ext cx="2367349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/>
              <a:t>[ Text ]</a:t>
            </a:r>
            <a:endParaRPr kumimoji="0" lang="da-DK" sz="1400" b="0" i="0" u="none" strike="noStrike" cap="none" normalizeH="0" baseline="0" dirty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50" name="Kombinationstegning 49"/>
          <p:cNvSpPr/>
          <p:nvPr/>
        </p:nvSpPr>
        <p:spPr bwMode="auto">
          <a:xfrm>
            <a:off x="6236102" y="3755135"/>
            <a:ext cx="2582318" cy="501856"/>
          </a:xfrm>
          <a:custGeom>
            <a:avLst/>
            <a:gdLst>
              <a:gd name="connsiteX0" fmla="*/ 64491 w 2575831"/>
              <a:gd name="connsiteY0" fmla="*/ 0 h 517829"/>
              <a:gd name="connsiteX1" fmla="*/ 2575831 w 2575831"/>
              <a:gd name="connsiteY1" fmla="*/ 0 h 517829"/>
              <a:gd name="connsiteX2" fmla="*/ 2511340 w 2575831"/>
              <a:gd name="connsiteY2" fmla="*/ 517829 h 517829"/>
              <a:gd name="connsiteX3" fmla="*/ 0 w 2575831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75831" h="517829">
                <a:moveTo>
                  <a:pt x="64491" y="0"/>
                </a:moveTo>
                <a:lnTo>
                  <a:pt x="2575831" y="0"/>
                </a:lnTo>
                <a:lnTo>
                  <a:pt x="2511340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sp>
        <p:nvSpPr>
          <p:cNvPr id="49" name="Kombinationstegning 48"/>
          <p:cNvSpPr/>
          <p:nvPr/>
        </p:nvSpPr>
        <p:spPr bwMode="auto">
          <a:xfrm>
            <a:off x="971600" y="3755135"/>
            <a:ext cx="2599326" cy="501856"/>
          </a:xfrm>
          <a:custGeom>
            <a:avLst/>
            <a:gdLst>
              <a:gd name="connsiteX0" fmla="*/ 0 w 2566475"/>
              <a:gd name="connsiteY0" fmla="*/ 0 h 517829"/>
              <a:gd name="connsiteX1" fmla="*/ 2566475 w 2566475"/>
              <a:gd name="connsiteY1" fmla="*/ 0 h 517829"/>
              <a:gd name="connsiteX2" fmla="*/ 2498733 w 2566475"/>
              <a:gd name="connsiteY2" fmla="*/ 517829 h 517829"/>
              <a:gd name="connsiteX3" fmla="*/ 0 w 256647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6475" h="517829">
                <a:moveTo>
                  <a:pt x="0" y="0"/>
                </a:moveTo>
                <a:lnTo>
                  <a:pt x="2566475" y="0"/>
                </a:lnTo>
                <a:lnTo>
                  <a:pt x="2498733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sp>
        <p:nvSpPr>
          <p:cNvPr id="51" name="Kombinationstegning 50"/>
          <p:cNvSpPr/>
          <p:nvPr/>
        </p:nvSpPr>
        <p:spPr bwMode="auto">
          <a:xfrm>
            <a:off x="3601541" y="3755135"/>
            <a:ext cx="2597677" cy="501856"/>
          </a:xfrm>
          <a:custGeom>
            <a:avLst/>
            <a:gdLst>
              <a:gd name="connsiteX0" fmla="*/ 64491 w 2575831"/>
              <a:gd name="connsiteY0" fmla="*/ 0 h 517829"/>
              <a:gd name="connsiteX1" fmla="*/ 2575831 w 2575831"/>
              <a:gd name="connsiteY1" fmla="*/ 0 h 517829"/>
              <a:gd name="connsiteX2" fmla="*/ 2511340 w 2575831"/>
              <a:gd name="connsiteY2" fmla="*/ 517829 h 517829"/>
              <a:gd name="connsiteX3" fmla="*/ 0 w 2575831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75831" h="517829">
                <a:moveTo>
                  <a:pt x="64491" y="0"/>
                </a:moveTo>
                <a:lnTo>
                  <a:pt x="2575831" y="0"/>
                </a:lnTo>
                <a:lnTo>
                  <a:pt x="2511340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52" name="Tabel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0829655"/>
              </p:ext>
            </p:extLst>
          </p:nvPr>
        </p:nvGraphicFramePr>
        <p:xfrm>
          <a:off x="179512" y="3717033"/>
          <a:ext cx="8592310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48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48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143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43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7182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7182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2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8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Notes: [ Add text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pSp>
        <p:nvGrpSpPr>
          <p:cNvPr id="53" name="Gruppe 5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6" name="Rektangel 5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eventuel af kolonner i tabellen nederst ved at tilføje eller slette (husk at få afstanden til at passe med tabellen og ”fordel jævnt” efterfølgende).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selve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af hver kasse bruges skal det slettes</a:t>
                </a:r>
              </a:p>
            </p:txBody>
          </p:sp>
          <p:sp>
            <p:nvSpPr>
              <p:cNvPr id="57" name="Rektangel 5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5" name="Rektangel 5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41664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e 10"/>
          <p:cNvGrpSpPr/>
          <p:nvPr/>
        </p:nvGrpSpPr>
        <p:grpSpPr>
          <a:xfrm>
            <a:off x="2894671" y="1649842"/>
            <a:ext cx="2044925" cy="2619009"/>
            <a:chOff x="3599892" y="1637982"/>
            <a:chExt cx="2674426" cy="2619009"/>
          </a:xfrm>
        </p:grpSpPr>
        <p:sp>
          <p:nvSpPr>
            <p:cNvPr id="15" name="Vinkel 14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6" name="Lige forbindelse 15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7" name="Rektangel 16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8" name="Rektangel 17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/>
                <a:t>[ Text ]</a:t>
              </a:r>
              <a:endParaRPr kumimoji="0" lang="da-DK" sz="12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51" name="Kombinationstegning 5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86" name="Gruppe 85"/>
          <p:cNvGrpSpPr/>
          <p:nvPr/>
        </p:nvGrpSpPr>
        <p:grpSpPr>
          <a:xfrm>
            <a:off x="6989347" y="1649840"/>
            <a:ext cx="2044925" cy="2619009"/>
            <a:chOff x="3599892" y="1637982"/>
            <a:chExt cx="2674426" cy="2619009"/>
          </a:xfrm>
        </p:grpSpPr>
        <p:sp>
          <p:nvSpPr>
            <p:cNvPr id="87" name="Vinkel 86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88" name="Lige forbindelse 87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89" name="Rektangel 88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90" name="Rektangel 89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/>
                <a:t>[ Text ]</a:t>
              </a:r>
              <a:endParaRPr kumimoji="0" lang="da-DK" sz="12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91" name="Kombinationstegning 9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9"/>
          <p:cNvGrpSpPr/>
          <p:nvPr/>
        </p:nvGrpSpPr>
        <p:grpSpPr>
          <a:xfrm>
            <a:off x="827583" y="1649841"/>
            <a:ext cx="2064675" cy="2619010"/>
            <a:chOff x="971600" y="1637981"/>
            <a:chExt cx="1368152" cy="2619010"/>
          </a:xfrm>
        </p:grpSpPr>
        <p:sp>
          <p:nvSpPr>
            <p:cNvPr id="6" name="Pentagon 5"/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7" name="Lige forbindelse 6"/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8" name="Rektangel 7"/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9" name="Rektangel 8"/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/>
                <a:t>[ Text ]</a:t>
              </a:r>
              <a:endParaRPr kumimoji="0" lang="da-DK" sz="12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49" name="Kombinationstegning 48"/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36" name="Gruppe 35"/>
          <p:cNvGrpSpPr/>
          <p:nvPr/>
        </p:nvGrpSpPr>
        <p:grpSpPr>
          <a:xfrm>
            <a:off x="4942009" y="1649842"/>
            <a:ext cx="2044925" cy="2619009"/>
            <a:chOff x="3599892" y="1637982"/>
            <a:chExt cx="2674426" cy="2619009"/>
          </a:xfrm>
        </p:grpSpPr>
        <p:sp>
          <p:nvSpPr>
            <p:cNvPr id="37" name="Vinkel 36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/>
                <a:t>[ Text ]</a:t>
              </a:r>
              <a:endParaRPr kumimoji="0" lang="da-DK" sz="12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41" name="Kombinationstegning 4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4 kasser og 1 område pr kasse med nøgletal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63</a:t>
            </a:fld>
            <a:endParaRPr lang="da-DK" noProof="0"/>
          </a:p>
        </p:txBody>
      </p:sp>
      <p:graphicFrame>
        <p:nvGraphicFramePr>
          <p:cNvPr id="52" name="Tabel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762330"/>
              </p:ext>
            </p:extLst>
          </p:nvPr>
        </p:nvGraphicFramePr>
        <p:xfrm>
          <a:off x="179512" y="3717033"/>
          <a:ext cx="8766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7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Notes: [ Add text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pSp>
        <p:nvGrpSpPr>
          <p:cNvPr id="53" name="Gruppe 5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6" name="Rektangel 5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eventuel af kolonner i tabellen nederst ved at tilføje eller slette (husk at få afstanden til at passe med tabellen og ”fordel jævnt” efterfølgende).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selve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af hver kasse bruges skal det slettes</a:t>
                </a:r>
              </a:p>
            </p:txBody>
          </p:sp>
          <p:sp>
            <p:nvSpPr>
              <p:cNvPr id="57" name="Rektangel 5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5" name="Rektangel 5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2161126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e 61"/>
          <p:cNvGrpSpPr/>
          <p:nvPr/>
        </p:nvGrpSpPr>
        <p:grpSpPr>
          <a:xfrm>
            <a:off x="7378970" y="1649841"/>
            <a:ext cx="1651403" cy="2619009"/>
            <a:chOff x="3599892" y="1637982"/>
            <a:chExt cx="2674426" cy="2619009"/>
          </a:xfrm>
        </p:grpSpPr>
        <p:sp>
          <p:nvSpPr>
            <p:cNvPr id="63" name="Vinkel 62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64" name="Lige forbindelse 63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65" name="Rektangel 64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66" name="Rektangel 65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/>
                <a:t>[ Text ]</a:t>
              </a:r>
              <a:endParaRPr kumimoji="0" lang="da-DK" sz="12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67" name="Kombinationstegning 66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11" name="Gruppe 10"/>
          <p:cNvGrpSpPr/>
          <p:nvPr/>
        </p:nvGrpSpPr>
        <p:grpSpPr>
          <a:xfrm>
            <a:off x="2477392" y="1649842"/>
            <a:ext cx="1651403" cy="2619009"/>
            <a:chOff x="3599892" y="1637982"/>
            <a:chExt cx="2674426" cy="2619009"/>
          </a:xfrm>
        </p:grpSpPr>
        <p:sp>
          <p:nvSpPr>
            <p:cNvPr id="15" name="Vinkel 14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6" name="Lige forbindelse 15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7" name="Rektangel 16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8" name="Rektangel 17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/>
                <a:t>[ Text ]</a:t>
              </a:r>
              <a:endParaRPr kumimoji="0" lang="da-DK" sz="12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51" name="Kombinationstegning 5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9"/>
          <p:cNvGrpSpPr/>
          <p:nvPr/>
        </p:nvGrpSpPr>
        <p:grpSpPr>
          <a:xfrm>
            <a:off x="827583" y="1649841"/>
            <a:ext cx="1667353" cy="2619010"/>
            <a:chOff x="971600" y="1637981"/>
            <a:chExt cx="1368152" cy="2619010"/>
          </a:xfrm>
        </p:grpSpPr>
        <p:sp>
          <p:nvSpPr>
            <p:cNvPr id="6" name="Pentagon 5"/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7" name="Lige forbindelse 6"/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8" name="Rektangel 7"/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9" name="Rektangel 8"/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/>
                <a:t>[ Text ]</a:t>
              </a:r>
              <a:endParaRPr kumimoji="0" lang="da-DK" sz="12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49" name="Kombinationstegning 48"/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36" name="Gruppe 35"/>
          <p:cNvGrpSpPr/>
          <p:nvPr/>
        </p:nvGrpSpPr>
        <p:grpSpPr>
          <a:xfrm>
            <a:off x="4111251" y="1649842"/>
            <a:ext cx="1651403" cy="2619009"/>
            <a:chOff x="3599892" y="1637982"/>
            <a:chExt cx="2674426" cy="2619009"/>
          </a:xfrm>
        </p:grpSpPr>
        <p:sp>
          <p:nvSpPr>
            <p:cNvPr id="37" name="Vinkel 36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/>
                <a:t>[ Text ]</a:t>
              </a:r>
              <a:endParaRPr kumimoji="0" lang="da-DK" sz="12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41" name="Kombinationstegning 4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42" name="Gruppe 41"/>
          <p:cNvGrpSpPr/>
          <p:nvPr/>
        </p:nvGrpSpPr>
        <p:grpSpPr>
          <a:xfrm>
            <a:off x="5745110" y="1649842"/>
            <a:ext cx="1651403" cy="2619009"/>
            <a:chOff x="3599892" y="1637982"/>
            <a:chExt cx="2674426" cy="2619009"/>
          </a:xfrm>
        </p:grpSpPr>
        <p:sp>
          <p:nvSpPr>
            <p:cNvPr id="43" name="Vinkel 42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44" name="Lige forbindelse 43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" name="Rektangel 44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6" name="Rektangel 45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/>
                <a:t>[ Text ]</a:t>
              </a:r>
              <a:endParaRPr kumimoji="0" lang="da-DK" sz="12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47" name="Kombinationstegning 46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5 kasser og 1 område pr kasse med nøgletal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64</a:t>
            </a:fld>
            <a:endParaRPr lang="da-DK" noProof="0"/>
          </a:p>
        </p:txBody>
      </p:sp>
      <p:graphicFrame>
        <p:nvGraphicFramePr>
          <p:cNvPr id="52" name="Tabel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8629741"/>
              </p:ext>
            </p:extLst>
          </p:nvPr>
        </p:nvGraphicFramePr>
        <p:xfrm>
          <a:off x="179512" y="3717033"/>
          <a:ext cx="8784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Notes: [ Add text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pSp>
        <p:nvGrpSpPr>
          <p:cNvPr id="53" name="Gruppe 5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6" name="Rektangel 5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eventuel af kolonner i tabellen nederst ved at tilføje eller slette (husk at få afstanden til at passe med tabellen og ”fordel jævnt” efterfølgende).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selve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af hver kasse bruges skal det slettes</a:t>
                </a:r>
              </a:p>
            </p:txBody>
          </p:sp>
          <p:sp>
            <p:nvSpPr>
              <p:cNvPr id="57" name="Rektangel 5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5" name="Rektangel 5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5613804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e 10"/>
          <p:cNvGrpSpPr/>
          <p:nvPr/>
        </p:nvGrpSpPr>
        <p:grpSpPr>
          <a:xfrm>
            <a:off x="2206055" y="1649842"/>
            <a:ext cx="1355064" cy="2619009"/>
            <a:chOff x="3599892" y="1637982"/>
            <a:chExt cx="2674426" cy="2619009"/>
          </a:xfrm>
        </p:grpSpPr>
        <p:sp>
          <p:nvSpPr>
            <p:cNvPr id="15" name="Vinkel 14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6" name="Lige forbindelse 15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7" name="Rektangel 16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8" name="Rektangel 17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/>
                <a:t>[ Text ]</a:t>
              </a:r>
              <a:endParaRPr kumimoji="0" lang="da-DK" sz="12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51" name="Kombinationstegning 5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9"/>
          <p:cNvGrpSpPr/>
          <p:nvPr/>
        </p:nvGrpSpPr>
        <p:grpSpPr>
          <a:xfrm>
            <a:off x="827584" y="1649841"/>
            <a:ext cx="1368152" cy="2619010"/>
            <a:chOff x="971600" y="1637981"/>
            <a:chExt cx="1368152" cy="2619010"/>
          </a:xfrm>
        </p:grpSpPr>
        <p:sp>
          <p:nvSpPr>
            <p:cNvPr id="6" name="Pentagon 5"/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7" name="Lige forbindelse 6"/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8" name="Rektangel 7"/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9" name="Rektangel 8"/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/>
                <a:t>[ Text ]</a:t>
              </a:r>
              <a:endParaRPr kumimoji="0" lang="da-DK" sz="12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49" name="Kombinationstegning 48"/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36" name="Gruppe 35"/>
          <p:cNvGrpSpPr/>
          <p:nvPr/>
        </p:nvGrpSpPr>
        <p:grpSpPr>
          <a:xfrm>
            <a:off x="3571438" y="1649842"/>
            <a:ext cx="1355064" cy="2619009"/>
            <a:chOff x="3599892" y="1637982"/>
            <a:chExt cx="2674426" cy="2619009"/>
          </a:xfrm>
        </p:grpSpPr>
        <p:sp>
          <p:nvSpPr>
            <p:cNvPr id="37" name="Vinkel 36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/>
                <a:t>[ Text ]</a:t>
              </a:r>
              <a:endParaRPr kumimoji="0" lang="da-DK" sz="12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41" name="Kombinationstegning 4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42" name="Gruppe 41"/>
          <p:cNvGrpSpPr/>
          <p:nvPr/>
        </p:nvGrpSpPr>
        <p:grpSpPr>
          <a:xfrm>
            <a:off x="4936821" y="1649842"/>
            <a:ext cx="1355064" cy="2619009"/>
            <a:chOff x="3599892" y="1637982"/>
            <a:chExt cx="2674426" cy="2619009"/>
          </a:xfrm>
        </p:grpSpPr>
        <p:sp>
          <p:nvSpPr>
            <p:cNvPr id="43" name="Vinkel 42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44" name="Lige forbindelse 43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" name="Rektangel 44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6" name="Rektangel 45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/>
                <a:t>[ Text ]</a:t>
              </a:r>
              <a:endParaRPr kumimoji="0" lang="da-DK" sz="12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47" name="Kombinationstegning 46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75" name="Gruppe 74"/>
          <p:cNvGrpSpPr/>
          <p:nvPr/>
        </p:nvGrpSpPr>
        <p:grpSpPr>
          <a:xfrm>
            <a:off x="6302204" y="1649842"/>
            <a:ext cx="1355064" cy="2619009"/>
            <a:chOff x="3599892" y="1637982"/>
            <a:chExt cx="2674426" cy="2619009"/>
          </a:xfrm>
        </p:grpSpPr>
        <p:sp>
          <p:nvSpPr>
            <p:cNvPr id="76" name="Vinkel 75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77" name="Lige forbindelse 76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8" name="Rektangel 77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79" name="Rektangel 78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/>
                <a:t>[ Text ]</a:t>
              </a:r>
              <a:endParaRPr kumimoji="0" lang="da-DK" sz="12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80" name="Kombinationstegning 79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81" name="Gruppe 80"/>
          <p:cNvGrpSpPr/>
          <p:nvPr/>
        </p:nvGrpSpPr>
        <p:grpSpPr>
          <a:xfrm>
            <a:off x="7667586" y="1649842"/>
            <a:ext cx="1355064" cy="2619009"/>
            <a:chOff x="3599892" y="1637982"/>
            <a:chExt cx="2674426" cy="2619009"/>
          </a:xfrm>
        </p:grpSpPr>
        <p:sp>
          <p:nvSpPr>
            <p:cNvPr id="82" name="Vinkel 81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83" name="Lige forbindelse 82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84" name="Rektangel 83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85" name="Rektangel 84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/>
                <a:t>[ Text ]</a:t>
              </a:r>
              <a:endParaRPr kumimoji="0" lang="da-DK" sz="12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86" name="Kombinationstegning 85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6 kasser og 1 område pr kasse med nøgletal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65</a:t>
            </a:fld>
            <a:endParaRPr lang="da-DK" noProof="0"/>
          </a:p>
        </p:txBody>
      </p:sp>
      <p:graphicFrame>
        <p:nvGraphicFramePr>
          <p:cNvPr id="52" name="Tabel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2882399"/>
              </p:ext>
            </p:extLst>
          </p:nvPr>
        </p:nvGraphicFramePr>
        <p:xfrm>
          <a:off x="179512" y="3717033"/>
          <a:ext cx="8802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1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Notes: [ Add text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pSp>
        <p:nvGrpSpPr>
          <p:cNvPr id="53" name="Gruppe 5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6" name="Rektangel 5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eventuel af kolonner i tabellen nederst ved at tilføje eller slette (husk at få afstanden til at passe med tabellen og ”fordel jævnt” efterfølgende).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selve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af hver kasse bruges skal det slettes</a:t>
                </a:r>
              </a:p>
            </p:txBody>
          </p:sp>
          <p:sp>
            <p:nvSpPr>
              <p:cNvPr id="57" name="Rektangel 5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5" name="Rektangel 5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3602251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-324548" y="3068961"/>
            <a:ext cx="3816426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1 kasser, 8 kolonner</a:t>
            </a:r>
          </a:p>
        </p:txBody>
      </p:sp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495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36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3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6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7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9" name="Rektangel 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bruges skal det slettes</a:t>
                </a: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8" name="Rektangel 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575381" y="2169032"/>
            <a:ext cx="2016568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2 kasser, 8 kolonner</a:t>
            </a:r>
          </a:p>
        </p:txBody>
      </p:sp>
      <p:sp>
        <p:nvSpPr>
          <p:cNvPr id="13" name="Vinkel 12"/>
          <p:cNvSpPr/>
          <p:nvPr/>
        </p:nvSpPr>
        <p:spPr bwMode="auto">
          <a:xfrm rot="5400000">
            <a:off x="503542" y="3969062"/>
            <a:ext cx="2160241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502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36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0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7" name="Gruppe 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8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4" name="Rektangel 13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bruges skal det slettes</a:t>
                </a:r>
              </a:p>
            </p:txBody>
          </p:sp>
          <p:sp>
            <p:nvSpPr>
              <p:cNvPr id="15" name="Rektangel 14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9" name="Rektangel 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884608" y="1859807"/>
            <a:ext cx="1398116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36" name="Vinkel 35"/>
          <p:cNvSpPr/>
          <p:nvPr/>
        </p:nvSpPr>
        <p:spPr bwMode="auto">
          <a:xfrm rot="5400000">
            <a:off x="809838" y="3047939"/>
            <a:ext cx="1547654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3 kasser, 8 kolonner</a:t>
            </a:r>
          </a:p>
        </p:txBody>
      </p:sp>
      <p:sp>
        <p:nvSpPr>
          <p:cNvPr id="13" name="Vinkel 12"/>
          <p:cNvSpPr/>
          <p:nvPr/>
        </p:nvSpPr>
        <p:spPr bwMode="auto">
          <a:xfrm rot="5400000">
            <a:off x="809838" y="4310839"/>
            <a:ext cx="1547652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510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36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pSp>
        <p:nvGrpSpPr>
          <p:cNvPr id="8" name="Gruppe 7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5" name="Rektangel 1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bruges skal det slettes</a:t>
                </a:r>
              </a:p>
            </p:txBody>
          </p:sp>
          <p:sp>
            <p:nvSpPr>
              <p:cNvPr id="16" name="Rektangel 1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4" name="Rektangel 1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1063262" y="1681153"/>
            <a:ext cx="1040808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36" name="Vinkel 35"/>
          <p:cNvSpPr/>
          <p:nvPr/>
        </p:nvSpPr>
        <p:spPr bwMode="auto">
          <a:xfrm rot="5400000">
            <a:off x="1007600" y="2565425"/>
            <a:ext cx="1152130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44" name="Vinkel 43"/>
          <p:cNvSpPr/>
          <p:nvPr/>
        </p:nvSpPr>
        <p:spPr bwMode="auto">
          <a:xfrm rot="5400000">
            <a:off x="1007600" y="3519272"/>
            <a:ext cx="1152130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4 kasser, 8 kolonner</a:t>
            </a:r>
          </a:p>
        </p:txBody>
      </p:sp>
      <p:sp>
        <p:nvSpPr>
          <p:cNvPr id="13" name="Vinkel 12"/>
          <p:cNvSpPr/>
          <p:nvPr/>
        </p:nvSpPr>
        <p:spPr bwMode="auto">
          <a:xfrm rot="5400000">
            <a:off x="1007600" y="4473118"/>
            <a:ext cx="1152129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510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36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pSp>
        <p:nvGrpSpPr>
          <p:cNvPr id="9" name="Gruppe 8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bruges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1135490" y="1608926"/>
            <a:ext cx="896355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36" name="Vinkel 35"/>
          <p:cNvSpPr/>
          <p:nvPr/>
        </p:nvSpPr>
        <p:spPr bwMode="auto">
          <a:xfrm rot="5400000">
            <a:off x="1087553" y="2341043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44" name="Vinkel 43"/>
          <p:cNvSpPr/>
          <p:nvPr/>
        </p:nvSpPr>
        <p:spPr bwMode="auto">
          <a:xfrm rot="5400000">
            <a:off x="1087553" y="3121095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45" name="Vinkel 44"/>
          <p:cNvSpPr/>
          <p:nvPr/>
        </p:nvSpPr>
        <p:spPr bwMode="auto">
          <a:xfrm rot="5400000">
            <a:off x="1087553" y="3901147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5 kasser, 8 kolonner</a:t>
            </a:r>
          </a:p>
        </p:txBody>
      </p:sp>
      <p:sp>
        <p:nvSpPr>
          <p:cNvPr id="13" name="Vinkel 12"/>
          <p:cNvSpPr/>
          <p:nvPr/>
        </p:nvSpPr>
        <p:spPr bwMode="auto">
          <a:xfrm rot="5400000">
            <a:off x="1087553" y="4681197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5173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36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grpSp>
        <p:nvGrpSpPr>
          <p:cNvPr id="14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5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bruges skal det slettes</a:t>
                </a: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513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36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1235968" y="1508449"/>
            <a:ext cx="695400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36" name="Vinkel 35"/>
          <p:cNvSpPr/>
          <p:nvPr/>
        </p:nvSpPr>
        <p:spPr bwMode="auto">
          <a:xfrm rot="5400000">
            <a:off x="1198779" y="2118321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44" name="Vinkel 43"/>
          <p:cNvSpPr/>
          <p:nvPr/>
        </p:nvSpPr>
        <p:spPr bwMode="auto">
          <a:xfrm rot="5400000">
            <a:off x="1198779" y="2772816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45" name="Vinkel 44"/>
          <p:cNvSpPr/>
          <p:nvPr/>
        </p:nvSpPr>
        <p:spPr bwMode="auto">
          <a:xfrm rot="5400000">
            <a:off x="1198779" y="3427310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46" name="Vinkel 45"/>
          <p:cNvSpPr/>
          <p:nvPr/>
        </p:nvSpPr>
        <p:spPr bwMode="auto">
          <a:xfrm rot="5400000">
            <a:off x="1198779" y="4081804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47" name="Vinkel 46"/>
          <p:cNvSpPr/>
          <p:nvPr/>
        </p:nvSpPr>
        <p:spPr bwMode="auto">
          <a:xfrm rot="5400000">
            <a:off x="1198779" y="4713989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/>
              <a:t>[ Text ]</a:t>
            </a:r>
          </a:p>
          <a:p>
            <a:pPr marL="182563" indent="-182563" algn="ctr"/>
            <a:r>
              <a:rPr lang="en-US" sz="1200" dirty="0"/>
              <a:t>[ Text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6 kasser, 8 kolonner</a:t>
            </a:r>
          </a:p>
        </p:txBody>
      </p:sp>
      <p:grpSp>
        <p:nvGrpSpPr>
          <p:cNvPr id="1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Hvis ikke notes feltet i bunden bruges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Tabeller</a:t>
            </a:r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dias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4A204B1-5332-4199-B5D1-D8BEA3E48DFA}" type="slidenum">
              <a:rPr lang="da-DK" noProof="0" smtClean="0"/>
              <a:pPr/>
              <a:t>72</a:t>
            </a:fld>
            <a:endParaRPr lang="da-DK" noProof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8 rækker og 9 kolonner – kan ikke farves i cellerne</a:t>
            </a:r>
          </a:p>
        </p:txBody>
      </p:sp>
      <p:graphicFrame>
        <p:nvGraphicFramePr>
          <p:cNvPr id="7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25243923"/>
              </p:ext>
            </p:extLst>
          </p:nvPr>
        </p:nvGraphicFramePr>
        <p:xfrm>
          <a:off x="775727" y="1628800"/>
          <a:ext cx="7863713" cy="3902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501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48043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80501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80501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da-DK" sz="1200" b="1" dirty="0"/>
                        <a:t>#</a:t>
                      </a:r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baseline="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Any notes ]</a:t>
                      </a:r>
                      <a:endParaRPr lang="da-DK" sz="800" dirty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73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9" name="Rektangel 1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Vælg det antal rækker du skal bruge. Slet herefter straks de rækker du ikke skal bruge, da de mange rækker gør tabellen tung. NB: Den nederste række indeholder plads til noter og skal kun slettes hvis du ikke vil bruge dette.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>
                    <a:ln>
                      <a:noFill/>
                    </a:ln>
                    <a:effectLst/>
                  </a:rPr>
                  <a:t>Vælg det antal kolonner du skal bruge og slet de overflødige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Tilpas længden af kolonnerne med indhold så tabellen fylder enten halvdelen eller hele siden i bredden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>
                    <a:ln>
                      <a:noFill/>
                    </a:ln>
                    <a:effectLst/>
                  </a:rPr>
                  <a:t>Udfyld</a:t>
                </a:r>
                <a: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  <a:t> med indhold. Indholdet skal være </a:t>
                </a:r>
                <a:r>
                  <a:rPr kumimoji="0" lang="da-DK" sz="1100" b="0" i="0" u="none" strike="noStrike" cap="none" normalizeH="0" dirty="0" err="1">
                    <a:ln>
                      <a:noFill/>
                    </a:ln>
                    <a:effectLst/>
                  </a:rPr>
                  <a:t>skriftsstørrelse</a:t>
                </a:r>
                <a: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  <a:t> 12 (som det er her). Der kan også nedgraderes til 8.</a:t>
                </a:r>
                <a:b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</a:br>
                <a:b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</a:br>
                <a: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  <a:t>Husk at cellerne også kan indeholde grafik så som trafiklys eller lignende</a:t>
                </a:r>
                <a:endParaRPr kumimoji="0" lang="da-DK" sz="11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0" name="Rektangel 1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8" name="Rektangel 1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179372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8 rækker og 9 kolonner</a:t>
            </a:r>
          </a:p>
        </p:txBody>
      </p:sp>
      <p:graphicFrame>
        <p:nvGraphicFramePr>
          <p:cNvPr id="7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37269064"/>
              </p:ext>
            </p:extLst>
          </p:nvPr>
        </p:nvGraphicFramePr>
        <p:xfrm>
          <a:off x="775727" y="1628800"/>
          <a:ext cx="7863713" cy="4712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501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48043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80501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80501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da-DK" sz="1200" b="1" dirty="0"/>
                        <a:t>#</a:t>
                      </a:r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baseline="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Any notes ]</a:t>
                      </a:r>
                      <a:endParaRPr lang="da-DK" sz="800" dirty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74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16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7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9" name="Rektangel 1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Vælg det antal rækker du skal bruge. Slet herefter straks de rækker du ikke skal bruge, da de mange rækker gør tabellen tung. NB: Den nederste række indeholder plads til noter og skal kun slettes hvis du ikke vil bruge dette.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>
                    <a:ln>
                      <a:noFill/>
                    </a:ln>
                    <a:effectLst/>
                  </a:rPr>
                  <a:t>Vælg det antal kolonner du skal bruge og slet de overflødige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Tilpas længden af kolonnerne med indhold så tabellen fylder enten halvdelen eller hele siden i bredden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>
                    <a:ln>
                      <a:noFill/>
                    </a:ln>
                    <a:effectLst/>
                  </a:rPr>
                  <a:t>Udfyld</a:t>
                </a:r>
                <a: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  <a:t> med indhold. Indholdet skal være </a:t>
                </a:r>
                <a:r>
                  <a:rPr kumimoji="0" lang="da-DK" sz="1100" b="0" i="0" u="none" strike="noStrike" cap="none" normalizeH="0" dirty="0" err="1">
                    <a:ln>
                      <a:noFill/>
                    </a:ln>
                    <a:effectLst/>
                  </a:rPr>
                  <a:t>skriftsstørrelse</a:t>
                </a:r>
                <a: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  <a:t> 12 (som det er her). Der kan også nedgraderes til 8.</a:t>
                </a:r>
                <a:b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</a:br>
                <a:b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</a:br>
                <a: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  <a:t>Husk at cellerne også kan indeholde grafik så som trafiklys eller lignende</a:t>
                </a:r>
                <a:endParaRPr kumimoji="0" lang="da-DK" sz="11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1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1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100" dirty="0"/>
                  <a:t>Bemærk at der mellem rækkerne med indhold er to små tomme rækker. Dette er for at kunne lave stregerne mellem kasserne så de ikke rammer ind i teksten eller andet indhold der sættes i cellerne.</a:t>
                </a:r>
                <a:endParaRPr kumimoji="0" lang="da-DK" sz="11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0" name="Rektangel 1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8" name="Rektangel 1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179372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8 rækker og 8 kolonner + en kasse</a:t>
            </a:r>
          </a:p>
        </p:txBody>
      </p:sp>
      <p:graphicFrame>
        <p:nvGraphicFramePr>
          <p:cNvPr id="7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9422061"/>
              </p:ext>
            </p:extLst>
          </p:nvPr>
        </p:nvGraphicFramePr>
        <p:xfrm>
          <a:off x="775727" y="1628800"/>
          <a:ext cx="8153153" cy="4712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501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48043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80501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80501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  <a:endParaRPr lang="da-DK" sz="1200" b="1" dirty="0"/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baseline="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Any notes ]</a:t>
                      </a:r>
                      <a:endParaRPr lang="da-DK" sz="800" dirty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75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9" name="Rektangel 1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Vælg det antal rækker du skal bruge. Slet herefter straks de rækker du ikke skal bruge, da de mange rækker gør tabellen tung. NB: Den nederste række indeholder plads til noter og skal kun slettes hvis du ikke vil bruge dette.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>
                    <a:ln>
                      <a:noFill/>
                    </a:ln>
                    <a:effectLst/>
                  </a:rPr>
                  <a:t>Vælg det antal kolonner du skal bruge og slet de overflødige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Tilpas længden af kolonnerne med indhold så tabellen fylder enten halvdelen eller hele siden i bredden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/>
                  <a:t>Slet rækken med noter nederst hvis den ikke skal bruges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/>
                  <a:t>Udfyld overskrifterne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>
                    <a:ln>
                      <a:noFill/>
                    </a:ln>
                    <a:effectLst/>
                  </a:rPr>
                  <a:t>Udfyld</a:t>
                </a:r>
                <a: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  <a:t> med indhold. Indholdet skal være </a:t>
                </a:r>
                <a:r>
                  <a:rPr kumimoji="0" lang="da-DK" sz="1100" b="0" i="0" u="none" strike="noStrike" cap="none" normalizeH="0" dirty="0" err="1">
                    <a:ln>
                      <a:noFill/>
                    </a:ln>
                    <a:effectLst/>
                  </a:rPr>
                  <a:t>skriftsstørrelse</a:t>
                </a:r>
                <a: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  <a:t> 12 (som det er her). Der kan også nedgraderes til 8.</a:t>
                </a:r>
                <a:b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</a:br>
                <a:b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</a:br>
                <a: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  <a:t>Husk at cellerne også kan indeholde grafik så som trafiklys eller lignende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1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1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100" dirty="0"/>
                  <a:t>Bemærk at der mellem rækkerne med indhold er to små tomme rækker. Dette er for at kunne lave stregerne mellem kasserne så de ikke rammer ind i teksten eller andet indhold der sættes i cellerne.</a:t>
                </a:r>
                <a:endParaRPr kumimoji="0" lang="da-DK" sz="11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0" name="Rektangel 1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8" name="Rektangel 1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179372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Plus/Minus liste</a:t>
            </a:r>
          </a:p>
        </p:txBody>
      </p:sp>
      <p:graphicFrame>
        <p:nvGraphicFramePr>
          <p:cNvPr id="7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65148063"/>
              </p:ext>
            </p:extLst>
          </p:nvPr>
        </p:nvGraphicFramePr>
        <p:xfrm>
          <a:off x="775727" y="1628800"/>
          <a:ext cx="7704000" cy="4529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44016">
                <a:tc>
                  <a:txBody>
                    <a:bodyPr/>
                    <a:lstStyle/>
                    <a:p>
                      <a:r>
                        <a:rPr lang="en-US" sz="1200" b="1" dirty="0"/>
                        <a:t>Area</a:t>
                      </a:r>
                      <a:endParaRPr lang="da-DK" sz="1200" b="1" dirty="0"/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Plus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Minus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54000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370840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baseline="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Any notes ]</a:t>
                      </a:r>
                      <a:endParaRPr lang="da-DK" sz="800" dirty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76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10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1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3" name="Rektangel 1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Vælg det antal rækker du skal bruge. Slet herefter straks de rækker du ikke skal bruge, da de mange rækker gør tabellen tung. NB: Den nederste række indeholder plads til noter og skal kun slettes hvis du ikke vil bruge dette.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>
                    <a:ln>
                      <a:noFill/>
                    </a:ln>
                    <a:effectLst/>
                  </a:rPr>
                  <a:t>Udfyld</a:t>
                </a:r>
                <a: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  <a:t> med indhold. Indholdet skal være </a:t>
                </a:r>
                <a:r>
                  <a:rPr kumimoji="0" lang="da-DK" sz="1100" b="0" i="0" u="none" strike="noStrike" cap="none" normalizeH="0" dirty="0" err="1">
                    <a:ln>
                      <a:noFill/>
                    </a:ln>
                    <a:effectLst/>
                  </a:rPr>
                  <a:t>skriftsstørrelse</a:t>
                </a:r>
                <a: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  <a:t> 12 (som det er her). Der kan også nedgraderes til 8.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I denne template anbefales det at have mellem 3 og 5 </a:t>
                </a:r>
                <a:r>
                  <a:rPr lang="da-DK" sz="1100" dirty="0" err="1"/>
                  <a:t>bullets</a:t>
                </a:r>
                <a:r>
                  <a:rPr lang="da-DK" sz="1100" dirty="0"/>
                  <a:t> pr. ”kasse” i tabellen.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1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100" dirty="0"/>
                  <a:t>Bemærk at der mellem rækkerne med indhold er to små tomme rækker. Dette er for at kunne lave stregerne mellem kasserne så de ikke rammer ind i de farvede kasser.</a:t>
                </a:r>
                <a:endParaRPr kumimoji="0" lang="da-DK" sz="11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4" name="Rektangel 1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2" name="Rektangel 1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179372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Klassisk tabel, 5x5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77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781772" y="1556792"/>
          <a:ext cx="7534644" cy="482453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97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97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97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97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97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977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44016">
                <a:tc gridSpan="7"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Table heading</a:t>
                      </a:r>
                    </a:p>
                    <a:p>
                      <a:endParaRPr lang="da-DK" sz="14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936"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da-DK" sz="1400" dirty="0" err="1">
                          <a:solidFill>
                            <a:schemeClr val="bg1"/>
                          </a:solidFill>
                        </a:rPr>
                        <a:t>Lorem</a:t>
                      </a:r>
                      <a:r>
                        <a:rPr lang="da-DK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da-DK" sz="1400" dirty="0" err="1">
                          <a:solidFill>
                            <a:schemeClr val="bg1"/>
                          </a:solidFill>
                        </a:rPr>
                        <a:t>ipsum</a:t>
                      </a:r>
                      <a:endParaRPr lang="da-DK" sz="14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2075">
                <a:tc rowSpan="5">
                  <a:txBody>
                    <a:bodyPr/>
                    <a:lstStyle/>
                    <a:p>
                      <a:pPr algn="ctr"/>
                      <a:r>
                        <a:rPr lang="da-DK" sz="1400" dirty="0" err="1">
                          <a:solidFill>
                            <a:schemeClr val="bg1"/>
                          </a:solidFill>
                        </a:rPr>
                        <a:t>Lorem</a:t>
                      </a:r>
                      <a:r>
                        <a:rPr lang="da-DK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da-DK" sz="1400" dirty="0" err="1">
                          <a:solidFill>
                            <a:schemeClr val="bg1"/>
                          </a:solidFill>
                        </a:rPr>
                        <a:t>ipsum</a:t>
                      </a:r>
                      <a:endParaRPr lang="da-DK" sz="14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vert="vert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5265">
                <a:tc gridSpan="7"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Notes: [ add notes ]</a:t>
                      </a:r>
                      <a:endParaRPr lang="da-DK" sz="1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6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7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9" name="Rektangel 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Slet eventuelt rækkerne med ”over overskrifterne” på kolonner og rækker.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Slet eller indsæt rækker så de passer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Slet eller indsæt kolonner så det passer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Tilpas længden af kolonnerne med indhold så tabellen fylder enten halvdelen eller hele siden i bredden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Udfyld overskriften på tabellen eller slet 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/>
                  <a:t>Udfyld overskrifterne i tabellen. Husk at der både er en for alle rækkerne, for de enkelte rækker og for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Udfyld med indhold i tabellen. </a:t>
                </a:r>
                <a:endParaRPr kumimoji="0" lang="da-DK" sz="1100" b="0" i="0" u="none" strike="noStrike" cap="none" normalizeH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0" name="Rektangel 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8" name="Rektangel 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1" name="Rektangel 10"/>
          <p:cNvSpPr/>
          <p:nvPr/>
        </p:nvSpPr>
        <p:spPr bwMode="auto">
          <a:xfrm>
            <a:off x="9396536" y="0"/>
            <a:ext cx="3528392" cy="548680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9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Vejledning til template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Tabel med ramme omkring og overskrift</a:t>
            </a:r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78</a:t>
            </a:fld>
            <a:endParaRPr lang="da-DK">
              <a:solidFill>
                <a:srgbClr val="000000"/>
              </a:solidFill>
            </a:endParaRPr>
          </a:p>
        </p:txBody>
      </p:sp>
      <p:graphicFrame>
        <p:nvGraphicFramePr>
          <p:cNvPr id="7" name="Tabel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8529049"/>
              </p:ext>
            </p:extLst>
          </p:nvPr>
        </p:nvGraphicFramePr>
        <p:xfrm>
          <a:off x="720865" y="1700808"/>
          <a:ext cx="8171615" cy="4541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2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98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73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221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72000">
                <a:tc gridSpan="10"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ysClr val="windowText" lastClr="000000"/>
                          </a:solidFill>
                        </a:rPr>
                        <a:t>Headings</a:t>
                      </a:r>
                      <a:endParaRPr lang="da-DK" sz="1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5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20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000" b="1" dirty="0"/>
                        <a:t>Top heading</a:t>
                      </a: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6724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Heading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Text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Text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Text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/>
                        <a:t>Text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292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8">
                  <a:txBody>
                    <a:bodyPr/>
                    <a:lstStyle/>
                    <a:p>
                      <a:r>
                        <a:rPr lang="en-US" sz="1000" dirty="0"/>
                        <a:t>Notes: [ Add notes ]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pSp>
        <p:nvGrpSpPr>
          <p:cNvPr id="6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1" name="Rektangel 1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Vælg det antal rækker du skal bruge. Slet herefter de rækker du ikke skal bruge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>
                    <a:ln>
                      <a:noFill/>
                    </a:ln>
                    <a:effectLst/>
                  </a:rPr>
                  <a:t>Vælg det antal kolonner du skal bruge og slet de overflødige. Alternativt tilføjes flere. Designet bibeholdes på denne </a:t>
                </a:r>
                <a:r>
                  <a:rPr kumimoji="0" lang="da-DK" sz="1100" b="0" i="0" u="none" strike="noStrike" cap="none" normalizeH="0" baseline="0" dirty="0" err="1">
                    <a:ln>
                      <a:noFill/>
                    </a:ln>
                    <a:effectLst/>
                  </a:rPr>
                  <a:t>template</a:t>
                </a:r>
                <a:r>
                  <a:rPr kumimoji="0" lang="da-DK" sz="1100" b="0" i="0" u="none" strike="noStrike" cap="none" normalizeH="0" baseline="0" dirty="0">
                    <a:ln>
                      <a:noFill/>
                    </a:ln>
                    <a:effectLst/>
                  </a:rPr>
                  <a:t> ved tilføjelser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Tilpas længden af kolonnerne med indhold så tabellen fylder enten halvdelen eller hele siden i bredden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Udfyld overskriften på tabellen eller slet 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/>
                  <a:t>Udfyld overskrifterne i tabellen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dirty="0">
                    <a:ln>
                      <a:noFill/>
                    </a:ln>
                    <a:effectLst/>
                  </a:rPr>
                  <a:t>Slet Total rækken,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/>
                  <a:t>Udfyld med indhold i tabellen. Brug gerne tal eller lignende.</a:t>
                </a:r>
                <a:endParaRPr kumimoji="0" lang="da-DK" sz="1100" b="0" i="0" u="none" strike="noStrike" cap="none" normalizeH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2" name="Rektangel 1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0" name="Rektangel 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146242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Trekanter</a:t>
            </a:r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79</a:t>
            </a:fld>
            <a:endParaRPr lang="da-DK" noProof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/>
              <a:t>Trekant, enkel med tekst ved hjørnerne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>
          <a:xfrm>
            <a:off x="6976800" y="6674401"/>
            <a:ext cx="2133600" cy="139700"/>
          </a:xfrm>
        </p:spPr>
        <p:txBody>
          <a:bodyPr/>
          <a:lstStyle/>
          <a:p>
            <a:fld id="{4C559319-974E-43DE-8758-BFC4F0130C6A}" type="slidenum">
              <a:rPr lang="da-DK" noProof="0" smtClean="0"/>
              <a:pPr/>
              <a:t>80</a:t>
            </a:fld>
            <a:endParaRPr lang="da-DK" noProof="0" dirty="0"/>
          </a:p>
        </p:txBody>
      </p:sp>
      <p:grpSp>
        <p:nvGrpSpPr>
          <p:cNvPr id="2" name="Gruppe 5"/>
          <p:cNvGrpSpPr/>
          <p:nvPr/>
        </p:nvGrpSpPr>
        <p:grpSpPr>
          <a:xfrm>
            <a:off x="2772000" y="2037902"/>
            <a:ext cx="3589608" cy="2917028"/>
            <a:chOff x="2772000" y="2325934"/>
            <a:chExt cx="3589608" cy="2917028"/>
          </a:xfrm>
        </p:grpSpPr>
        <p:sp>
          <p:nvSpPr>
            <p:cNvPr id="8" name="Ligebenet trekant"/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9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  <a:endParaRPr kumimoji="0" lang="da-DK" sz="19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12" name="Ellipse 11"/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21" name="Ellipse 20"/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19" name="Ellipse 18"/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27" name="Tekstfelt 26"/>
          <p:cNvSpPr txBox="1"/>
          <p:nvPr/>
        </p:nvSpPr>
        <p:spPr>
          <a:xfrm>
            <a:off x="6278127" y="4782302"/>
            <a:ext cx="2287918" cy="2923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[ Text ]</a:t>
            </a:r>
          </a:p>
        </p:txBody>
      </p:sp>
      <p:sp>
        <p:nvSpPr>
          <p:cNvPr id="28" name="Tekstfelt 27"/>
          <p:cNvSpPr txBox="1"/>
          <p:nvPr/>
        </p:nvSpPr>
        <p:spPr>
          <a:xfrm>
            <a:off x="567563" y="4782302"/>
            <a:ext cx="2287918" cy="2923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dirty="0"/>
              <a:t>[ Text ]</a:t>
            </a:r>
          </a:p>
        </p:txBody>
      </p:sp>
      <p:sp>
        <p:nvSpPr>
          <p:cNvPr id="29" name="Tekstfelt 28"/>
          <p:cNvSpPr txBox="1"/>
          <p:nvPr/>
        </p:nvSpPr>
        <p:spPr>
          <a:xfrm>
            <a:off x="3425660" y="1844824"/>
            <a:ext cx="2287918" cy="2923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dirty="0"/>
              <a:t>[ Text ]</a:t>
            </a:r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teksten i de tre hjørner på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teksten i midten af trekanten</a:t>
                </a: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el 17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/>
              <a:t>Trekant med cirkler og tekst ved hjørnerne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>
          <a:xfrm>
            <a:off x="6976800" y="6674401"/>
            <a:ext cx="2133600" cy="139700"/>
          </a:xfrm>
        </p:spPr>
        <p:txBody>
          <a:bodyPr/>
          <a:lstStyle/>
          <a:p>
            <a:fld id="{4C559319-974E-43DE-8758-BFC4F0130C6A}" type="slidenum">
              <a:rPr lang="da-DK" noProof="0" smtClean="0"/>
              <a:pPr/>
              <a:t>81</a:t>
            </a:fld>
            <a:endParaRPr lang="da-DK" noProof="0" dirty="0"/>
          </a:p>
        </p:txBody>
      </p:sp>
      <p:grpSp>
        <p:nvGrpSpPr>
          <p:cNvPr id="2" name="Gruppe 5"/>
          <p:cNvGrpSpPr/>
          <p:nvPr/>
        </p:nvGrpSpPr>
        <p:grpSpPr>
          <a:xfrm>
            <a:off x="2772000" y="2037902"/>
            <a:ext cx="3589608" cy="2917028"/>
            <a:chOff x="2772000" y="2325934"/>
            <a:chExt cx="3589608" cy="2917028"/>
          </a:xfrm>
        </p:grpSpPr>
        <p:sp>
          <p:nvSpPr>
            <p:cNvPr id="8" name="Ligebenet trekant"/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1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  <a:endParaRPr kumimoji="0" lang="da-DK" sz="11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12" name="Ellipse 11"/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21" name="Ellipse 20"/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19" name="Ellipse 18"/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11" name="Ellipse 10"/>
          <p:cNvSpPr/>
          <p:nvPr/>
        </p:nvSpPr>
        <p:spPr bwMode="auto">
          <a:xfrm>
            <a:off x="241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sp>
        <p:nvSpPr>
          <p:cNvPr id="13" name="Ellipse 12"/>
          <p:cNvSpPr/>
          <p:nvPr/>
        </p:nvSpPr>
        <p:spPr bwMode="auto">
          <a:xfrm>
            <a:off x="5508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sp>
        <p:nvSpPr>
          <p:cNvPr id="14" name="Ellipse 13"/>
          <p:cNvSpPr/>
          <p:nvPr/>
        </p:nvSpPr>
        <p:spPr bwMode="auto">
          <a:xfrm>
            <a:off x="3960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grpSp>
        <p:nvGrpSpPr>
          <p:cNvPr id="3" name="Gruppe 19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4" name="Rektangel 23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teksten i de tre hjørner på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teksten i midten af trekanten</a:t>
                </a:r>
              </a:p>
            </p:txBody>
          </p:sp>
          <p:sp>
            <p:nvSpPr>
              <p:cNvPr id="25" name="Rektangel 24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3" name="Rektangel 22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itel 5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/>
              <a:t>Trekant med cirkler, tekst ved hjørnerne og uddybning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>
          <a:xfrm>
            <a:off x="6976800" y="6674401"/>
            <a:ext cx="2133600" cy="139700"/>
          </a:xfrm>
        </p:spPr>
        <p:txBody>
          <a:bodyPr/>
          <a:lstStyle/>
          <a:p>
            <a:fld id="{4C559319-974E-43DE-8758-BFC4F0130C6A}" type="slidenum">
              <a:rPr lang="da-DK" noProof="0" smtClean="0"/>
              <a:pPr/>
              <a:t>82</a:t>
            </a:fld>
            <a:endParaRPr lang="da-DK" noProof="0" dirty="0"/>
          </a:p>
        </p:txBody>
      </p:sp>
      <p:grpSp>
        <p:nvGrpSpPr>
          <p:cNvPr id="2" name="Gruppe 5"/>
          <p:cNvGrpSpPr/>
          <p:nvPr/>
        </p:nvGrpSpPr>
        <p:grpSpPr>
          <a:xfrm>
            <a:off x="2772000" y="2037902"/>
            <a:ext cx="3589608" cy="2917028"/>
            <a:chOff x="2772000" y="2325934"/>
            <a:chExt cx="3589608" cy="2917028"/>
          </a:xfrm>
        </p:grpSpPr>
        <p:sp>
          <p:nvSpPr>
            <p:cNvPr id="8" name="Ligebenet trekant"/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1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  <a:endParaRPr kumimoji="0" lang="da-DK" sz="11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12" name="Ellipse 11"/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21" name="Ellipse 20"/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19" name="Ellipse 18"/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11" name="Ellipse 10"/>
          <p:cNvSpPr/>
          <p:nvPr/>
        </p:nvSpPr>
        <p:spPr bwMode="auto">
          <a:xfrm>
            <a:off x="241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sp>
        <p:nvSpPr>
          <p:cNvPr id="13" name="Ellipse 12"/>
          <p:cNvSpPr/>
          <p:nvPr/>
        </p:nvSpPr>
        <p:spPr bwMode="auto">
          <a:xfrm>
            <a:off x="5508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sp>
        <p:nvSpPr>
          <p:cNvPr id="14" name="Ellipse 13"/>
          <p:cNvSpPr/>
          <p:nvPr/>
        </p:nvSpPr>
        <p:spPr bwMode="auto">
          <a:xfrm>
            <a:off x="3960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grpSp>
        <p:nvGrpSpPr>
          <p:cNvPr id="3" name="Gruppe 14"/>
          <p:cNvGrpSpPr/>
          <p:nvPr/>
        </p:nvGrpSpPr>
        <p:grpSpPr>
          <a:xfrm>
            <a:off x="5292080" y="1700808"/>
            <a:ext cx="2160240" cy="864096"/>
            <a:chOff x="5220072" y="1412776"/>
            <a:chExt cx="2160240" cy="1152128"/>
          </a:xfrm>
        </p:grpSpPr>
        <p:sp>
          <p:nvSpPr>
            <p:cNvPr id="16" name="Venstre klammeparentes 15"/>
            <p:cNvSpPr/>
            <p:nvPr/>
          </p:nvSpPr>
          <p:spPr bwMode="auto">
            <a:xfrm>
              <a:off x="5220072" y="1412776"/>
              <a:ext cx="288032" cy="1152128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7" name="Rektangel 16"/>
            <p:cNvSpPr/>
            <p:nvPr/>
          </p:nvSpPr>
          <p:spPr bwMode="auto">
            <a:xfrm>
              <a:off x="5436096" y="1412776"/>
              <a:ext cx="1944216" cy="11521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05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050" dirty="0"/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05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050" dirty="0"/>
                <a:t>[ Text ]</a:t>
              </a:r>
              <a:endParaRPr kumimoji="0" lang="da-DK" sz="105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5" name="Gruppe 28"/>
          <p:cNvGrpSpPr/>
          <p:nvPr/>
        </p:nvGrpSpPr>
        <p:grpSpPr>
          <a:xfrm>
            <a:off x="683568" y="4509120"/>
            <a:ext cx="1656184" cy="864096"/>
            <a:chOff x="683568" y="4509120"/>
            <a:chExt cx="1656184" cy="864096"/>
          </a:xfrm>
        </p:grpSpPr>
        <p:sp>
          <p:nvSpPr>
            <p:cNvPr id="18" name="Venstre klammeparentes 17"/>
            <p:cNvSpPr/>
            <p:nvPr/>
          </p:nvSpPr>
          <p:spPr bwMode="auto">
            <a:xfrm flipH="1">
              <a:off x="2051720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0" name="Rektangel 19"/>
            <p:cNvSpPr/>
            <p:nvPr/>
          </p:nvSpPr>
          <p:spPr bwMode="auto">
            <a:xfrm flipH="1">
              <a:off x="683568" y="4509120"/>
              <a:ext cx="1440160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/>
                <a:t>[ Text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/>
                <a:t>[ Text ]</a:t>
              </a:r>
              <a:endParaRPr kumimoji="0" lang="da-DK" sz="11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6" name="Gruppe 29"/>
          <p:cNvGrpSpPr/>
          <p:nvPr/>
        </p:nvGrpSpPr>
        <p:grpSpPr>
          <a:xfrm>
            <a:off x="6876256" y="4509120"/>
            <a:ext cx="2160240" cy="864096"/>
            <a:chOff x="6876256" y="4509120"/>
            <a:chExt cx="2160240" cy="864096"/>
          </a:xfrm>
        </p:grpSpPr>
        <p:sp>
          <p:nvSpPr>
            <p:cNvPr id="22" name="Venstre klammeparentes 21"/>
            <p:cNvSpPr/>
            <p:nvPr/>
          </p:nvSpPr>
          <p:spPr bwMode="auto">
            <a:xfrm>
              <a:off x="6876256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3" name="Rektangel 22"/>
            <p:cNvSpPr/>
            <p:nvPr/>
          </p:nvSpPr>
          <p:spPr bwMode="auto">
            <a:xfrm>
              <a:off x="7092280" y="4509120"/>
              <a:ext cx="1944216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/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/>
                <a:t>[ Text ]</a:t>
              </a:r>
              <a:endParaRPr kumimoji="0" lang="da-DK" sz="11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7" name="Gruppe 51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5" name="Rektangel 5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teksten i de tre hjørner på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teksten i midten af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teksten under uddybning af hjørnerne. Tilpas eventuelt højden af  teksten og parentesen så den passer til teksten (brug CTRL når du trækker i størrelsen)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4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400" b="1" dirty="0"/>
                  <a:t>N.B.: </a:t>
                </a:r>
                <a:r>
                  <a:rPr lang="da-DK" sz="1400" dirty="0"/>
                  <a:t>Der kommer rigtig meget tekst på dette slide, så prøv at begrænse informationerne og brug af alle elementerne.</a:t>
                </a:r>
              </a:p>
            </p:txBody>
          </p:sp>
          <p:sp>
            <p:nvSpPr>
              <p:cNvPr id="56" name="Rektangel 5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4" name="Rektangel 5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el 3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173342" cy="762000"/>
          </a:xfrm>
        </p:spPr>
        <p:txBody>
          <a:bodyPr/>
          <a:lstStyle/>
          <a:p>
            <a:r>
              <a:rPr lang="da-DK" dirty="0"/>
              <a:t>Trekant med cirkler, tekst ved hjørnerne, uddybning samt fremhævning af kanterne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>
          <a:xfrm>
            <a:off x="6976800" y="6674401"/>
            <a:ext cx="2133600" cy="139700"/>
          </a:xfrm>
        </p:spPr>
        <p:txBody>
          <a:bodyPr/>
          <a:lstStyle/>
          <a:p>
            <a:fld id="{4C559319-974E-43DE-8758-BFC4F0130C6A}" type="slidenum">
              <a:rPr lang="da-DK" noProof="0" smtClean="0"/>
              <a:pPr/>
              <a:t>83</a:t>
            </a:fld>
            <a:endParaRPr lang="da-DK" noProof="0" dirty="0"/>
          </a:p>
        </p:txBody>
      </p:sp>
      <p:grpSp>
        <p:nvGrpSpPr>
          <p:cNvPr id="2" name="Gruppe 5"/>
          <p:cNvGrpSpPr/>
          <p:nvPr/>
        </p:nvGrpSpPr>
        <p:grpSpPr>
          <a:xfrm>
            <a:off x="2772000" y="2037902"/>
            <a:ext cx="3589608" cy="2917028"/>
            <a:chOff x="2772000" y="2325934"/>
            <a:chExt cx="3589608" cy="2917028"/>
          </a:xfrm>
        </p:grpSpPr>
        <p:sp>
          <p:nvSpPr>
            <p:cNvPr id="8" name="Ligebenet trekant"/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1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  <a:endParaRPr kumimoji="0" lang="da-DK" sz="11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12" name="Ellipse 11"/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21" name="Ellipse 20"/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19" name="Ellipse 18"/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11" name="Ellipse 10"/>
          <p:cNvSpPr/>
          <p:nvPr/>
        </p:nvSpPr>
        <p:spPr bwMode="auto">
          <a:xfrm>
            <a:off x="241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sp>
        <p:nvSpPr>
          <p:cNvPr id="13" name="Ellipse 12"/>
          <p:cNvSpPr/>
          <p:nvPr/>
        </p:nvSpPr>
        <p:spPr bwMode="auto">
          <a:xfrm>
            <a:off x="5508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sp>
        <p:nvSpPr>
          <p:cNvPr id="14" name="Ellipse 13"/>
          <p:cNvSpPr/>
          <p:nvPr/>
        </p:nvSpPr>
        <p:spPr bwMode="auto">
          <a:xfrm>
            <a:off x="3960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/>
              <a:t>[ Text ]</a:t>
            </a:r>
          </a:p>
        </p:txBody>
      </p:sp>
      <p:grpSp>
        <p:nvGrpSpPr>
          <p:cNvPr id="3" name="Gruppe 14"/>
          <p:cNvGrpSpPr/>
          <p:nvPr/>
        </p:nvGrpSpPr>
        <p:grpSpPr>
          <a:xfrm>
            <a:off x="5292080" y="1700808"/>
            <a:ext cx="2160240" cy="864096"/>
            <a:chOff x="5220072" y="1412776"/>
            <a:chExt cx="2160240" cy="1152128"/>
          </a:xfrm>
        </p:grpSpPr>
        <p:sp>
          <p:nvSpPr>
            <p:cNvPr id="16" name="Venstre klammeparentes 15"/>
            <p:cNvSpPr/>
            <p:nvPr/>
          </p:nvSpPr>
          <p:spPr bwMode="auto">
            <a:xfrm>
              <a:off x="5220072" y="1412776"/>
              <a:ext cx="288032" cy="1152128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7" name="Rektangel 16"/>
            <p:cNvSpPr/>
            <p:nvPr/>
          </p:nvSpPr>
          <p:spPr bwMode="auto">
            <a:xfrm>
              <a:off x="5436096" y="1412776"/>
              <a:ext cx="1944216" cy="11521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05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050" dirty="0"/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05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050" dirty="0"/>
                <a:t>[ Text ]</a:t>
              </a:r>
              <a:endParaRPr kumimoji="0" lang="da-DK" sz="105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5" name="Gruppe 28"/>
          <p:cNvGrpSpPr/>
          <p:nvPr/>
        </p:nvGrpSpPr>
        <p:grpSpPr>
          <a:xfrm>
            <a:off x="683568" y="4509120"/>
            <a:ext cx="1656184" cy="864096"/>
            <a:chOff x="683568" y="4509120"/>
            <a:chExt cx="1656184" cy="864096"/>
          </a:xfrm>
        </p:grpSpPr>
        <p:sp>
          <p:nvSpPr>
            <p:cNvPr id="18" name="Venstre klammeparentes 17"/>
            <p:cNvSpPr/>
            <p:nvPr/>
          </p:nvSpPr>
          <p:spPr bwMode="auto">
            <a:xfrm flipH="1">
              <a:off x="2051720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0" name="Rektangel 19"/>
            <p:cNvSpPr/>
            <p:nvPr/>
          </p:nvSpPr>
          <p:spPr bwMode="auto">
            <a:xfrm flipH="1">
              <a:off x="683568" y="4509120"/>
              <a:ext cx="1440160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/>
                <a:t>[ Text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/>
                <a:t>[ Text ]</a:t>
              </a:r>
              <a:endParaRPr kumimoji="0" lang="da-DK" sz="11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6" name="Gruppe 29"/>
          <p:cNvGrpSpPr/>
          <p:nvPr/>
        </p:nvGrpSpPr>
        <p:grpSpPr>
          <a:xfrm>
            <a:off x="6876256" y="4509120"/>
            <a:ext cx="2160240" cy="864096"/>
            <a:chOff x="6876256" y="4509120"/>
            <a:chExt cx="2160240" cy="864096"/>
          </a:xfrm>
        </p:grpSpPr>
        <p:sp>
          <p:nvSpPr>
            <p:cNvPr id="22" name="Venstre klammeparentes 21"/>
            <p:cNvSpPr/>
            <p:nvPr/>
          </p:nvSpPr>
          <p:spPr bwMode="auto">
            <a:xfrm>
              <a:off x="6876256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3" name="Rektangel 22"/>
            <p:cNvSpPr/>
            <p:nvPr/>
          </p:nvSpPr>
          <p:spPr bwMode="auto">
            <a:xfrm>
              <a:off x="7092280" y="4509120"/>
              <a:ext cx="1944216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/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/>
                <a:t>[ Text ]</a:t>
              </a:r>
              <a:endParaRPr kumimoji="0" lang="da-DK" sz="1100" b="0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7" name="Gruppe 34"/>
          <p:cNvGrpSpPr/>
          <p:nvPr/>
        </p:nvGrpSpPr>
        <p:grpSpPr>
          <a:xfrm>
            <a:off x="6228184" y="2924944"/>
            <a:ext cx="2736304" cy="864096"/>
            <a:chOff x="6012160" y="2996952"/>
            <a:chExt cx="2736304" cy="864096"/>
          </a:xfrm>
        </p:grpSpPr>
        <p:sp>
          <p:nvSpPr>
            <p:cNvPr id="33" name="Afrundet rektangel 32"/>
            <p:cNvSpPr/>
            <p:nvPr/>
          </p:nvSpPr>
          <p:spPr bwMode="auto">
            <a:xfrm>
              <a:off x="6012160" y="2996952"/>
              <a:ext cx="2736304" cy="864096"/>
            </a:xfrm>
            <a:prstGeom prst="round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</p:txBody>
        </p:sp>
        <p:sp>
          <p:nvSpPr>
            <p:cNvPr id="34" name="Kantet venstreparentes 33"/>
            <p:cNvSpPr/>
            <p:nvPr/>
          </p:nvSpPr>
          <p:spPr bwMode="auto">
            <a:xfrm>
              <a:off x="6012160" y="2996952"/>
              <a:ext cx="144016" cy="864096"/>
            </a:xfrm>
            <a:prstGeom prst="leftBracket">
              <a:avLst>
                <a:gd name="adj" fmla="val 34371"/>
              </a:avLst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</p:grpSp>
      <p:cxnSp>
        <p:nvCxnSpPr>
          <p:cNvPr id="37" name="Lige pilforbindelse 36"/>
          <p:cNvCxnSpPr>
            <a:stCxn id="34" idx="1"/>
            <a:endCxn id="8" idx="5"/>
          </p:cNvCxnSpPr>
          <p:nvPr/>
        </p:nvCxnSpPr>
        <p:spPr bwMode="auto">
          <a:xfrm flipH="1">
            <a:off x="5443075" y="3356992"/>
            <a:ext cx="785109" cy="13145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grpSp>
        <p:nvGrpSpPr>
          <p:cNvPr id="9" name="Gruppe 37"/>
          <p:cNvGrpSpPr/>
          <p:nvPr/>
        </p:nvGrpSpPr>
        <p:grpSpPr>
          <a:xfrm flipH="1">
            <a:off x="28516" y="2924944"/>
            <a:ext cx="2736304" cy="864096"/>
            <a:chOff x="6012160" y="2996952"/>
            <a:chExt cx="2736304" cy="864096"/>
          </a:xfrm>
        </p:grpSpPr>
        <p:sp>
          <p:nvSpPr>
            <p:cNvPr id="39" name="Afrundet rektangel 38"/>
            <p:cNvSpPr/>
            <p:nvPr/>
          </p:nvSpPr>
          <p:spPr bwMode="auto">
            <a:xfrm>
              <a:off x="6012160" y="2996952"/>
              <a:ext cx="2736304" cy="864096"/>
            </a:xfrm>
            <a:prstGeom prst="round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algn="r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en-US" sz="1100" dirty="0"/>
                <a:t>[ Text ]</a:t>
              </a:r>
            </a:p>
          </p:txBody>
        </p:sp>
        <p:sp>
          <p:nvSpPr>
            <p:cNvPr id="40" name="Kantet venstreparentes 39"/>
            <p:cNvSpPr/>
            <p:nvPr/>
          </p:nvSpPr>
          <p:spPr bwMode="auto">
            <a:xfrm>
              <a:off x="6012160" y="2996952"/>
              <a:ext cx="144016" cy="864096"/>
            </a:xfrm>
            <a:prstGeom prst="leftBracket">
              <a:avLst>
                <a:gd name="adj" fmla="val 34371"/>
              </a:avLst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</p:grpSp>
      <p:cxnSp>
        <p:nvCxnSpPr>
          <p:cNvPr id="41" name="Lige pilforbindelse 40"/>
          <p:cNvCxnSpPr>
            <a:stCxn id="40" idx="1"/>
            <a:endCxn id="8" idx="1"/>
          </p:cNvCxnSpPr>
          <p:nvPr/>
        </p:nvCxnSpPr>
        <p:spPr bwMode="auto">
          <a:xfrm>
            <a:off x="2764820" y="3356992"/>
            <a:ext cx="931344" cy="13145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45" name="Afrundet rektangel 44"/>
          <p:cNvSpPr/>
          <p:nvPr/>
        </p:nvSpPr>
        <p:spPr bwMode="auto">
          <a:xfrm>
            <a:off x="3491880" y="5589240"/>
            <a:ext cx="2160240" cy="864096"/>
          </a:xfrm>
          <a:prstGeom prst="round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indent="179388">
              <a:buFont typeface="Arial" pitchFamily="34" charset="0"/>
              <a:buChar char="•"/>
            </a:pPr>
            <a:r>
              <a:rPr lang="en-US" sz="1100" dirty="0"/>
              <a:t>[ Text ]</a:t>
            </a:r>
          </a:p>
          <a:p>
            <a:pPr indent="179388">
              <a:buFont typeface="Arial" pitchFamily="34" charset="0"/>
              <a:buChar char="•"/>
            </a:pPr>
            <a:r>
              <a:rPr lang="en-US" sz="1100" dirty="0"/>
              <a:t>[ Text ]</a:t>
            </a:r>
          </a:p>
          <a:p>
            <a:pPr indent="179388">
              <a:buFont typeface="Arial" pitchFamily="34" charset="0"/>
              <a:buChar char="•"/>
            </a:pPr>
            <a:r>
              <a:rPr lang="en-US" sz="1100" dirty="0"/>
              <a:t>[ Text ]</a:t>
            </a:r>
          </a:p>
          <a:p>
            <a:pPr indent="179388">
              <a:buFont typeface="Arial" pitchFamily="34" charset="0"/>
              <a:buChar char="•"/>
            </a:pPr>
            <a:r>
              <a:rPr lang="en-US" sz="1100" dirty="0"/>
              <a:t>[ Text ]</a:t>
            </a:r>
          </a:p>
        </p:txBody>
      </p:sp>
      <p:sp>
        <p:nvSpPr>
          <p:cNvPr id="46" name="Kantet venstreparentes 45"/>
          <p:cNvSpPr/>
          <p:nvPr/>
        </p:nvSpPr>
        <p:spPr bwMode="auto">
          <a:xfrm rot="5400000">
            <a:off x="4499992" y="4581128"/>
            <a:ext cx="144016" cy="2160240"/>
          </a:xfrm>
          <a:prstGeom prst="leftBracket">
            <a:avLst>
              <a:gd name="adj" fmla="val 34371"/>
            </a:avLst>
          </a:prstGeom>
          <a:noFill/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47" name="Lige pilforbindelse 46"/>
          <p:cNvCxnSpPr>
            <a:stCxn id="45" idx="0"/>
            <a:endCxn id="8" idx="3"/>
          </p:cNvCxnSpPr>
          <p:nvPr/>
        </p:nvCxnSpPr>
        <p:spPr bwMode="auto">
          <a:xfrm flipH="1" flipV="1">
            <a:off x="4569619" y="4892451"/>
            <a:ext cx="2381" cy="69678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grpSp>
        <p:nvGrpSpPr>
          <p:cNvPr id="10" name="Gruppe 3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5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42" name="Rektangel 4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teksten i de tre hjørner på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teksten i midten af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teksten under uddybning af hjørnerne. Tilpas eventuelt højden af  teksten og parentesen så den passer til teksten (brug CTRL når du trækker i størrelsen)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400" dirty="0"/>
                  <a:t>Udfyld teksten under uddybning af kanterne. Tilpas eventuelt højden af  teksten og parentesen så den passer til teksten (brug CTRL når du trækker i størrelsen)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4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400" b="1" dirty="0"/>
                  <a:t>N.B.: </a:t>
                </a:r>
                <a:r>
                  <a:rPr lang="da-DK" sz="1400" dirty="0"/>
                  <a:t>Der kommer rigtig meget tekst på dette slide, så prøv at begrænse informationerne og brug af alle elementerne.</a:t>
                </a:r>
              </a:p>
            </p:txBody>
          </p:sp>
          <p:sp>
            <p:nvSpPr>
              <p:cNvPr id="43" name="Rektangel 4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8" name="Rektangel 3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0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Dokumentstruktur</a:t>
            </a:r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84</a:t>
            </a:fld>
            <a:endParaRPr lang="da-DK" noProof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INDHOLD</a:t>
            </a:r>
          </a:p>
        </p:txBody>
      </p:sp>
      <p:graphicFrame>
        <p:nvGraphicFramePr>
          <p:cNvPr id="5" name="Content Placeholder 2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37992018"/>
              </p:ext>
            </p:extLst>
          </p:nvPr>
        </p:nvGraphicFramePr>
        <p:xfrm>
          <a:off x="863648" y="1628800"/>
          <a:ext cx="7452000" cy="3900456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4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1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 Text ]</a:t>
                      </a:r>
                      <a:endParaRPr lang="da-DK" dirty="0"/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85</a:t>
            </a:fld>
            <a:endParaRPr lang="da-DK" noProof="0"/>
          </a:p>
        </p:txBody>
      </p:sp>
      <p:grpSp>
        <p:nvGrpSpPr>
          <p:cNvPr id="3" name="Gruppe 8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sp>
          <p:nvSpPr>
            <p:cNvPr id="6" name="Rektangel 5"/>
            <p:cNvSpPr/>
            <p:nvPr/>
          </p:nvSpPr>
          <p:spPr bwMode="auto">
            <a:xfrm>
              <a:off x="9396536" y="548680"/>
              <a:ext cx="3528392" cy="6309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/>
                <a:t>Udfyld [ Tekst ] felterne med relevant indhold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/>
                <a:t>Slet de overflødige rækker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/>
                <a:t>Fyldfarven skal være hvid eller gennemsigtig for dem alle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/>
                <a:t>Brug dette slide løbende i præsentationen som adskillelse (divider) mellem de forskellige afsnit/kapitler.</a:t>
              </a:r>
              <a:br>
                <a:rPr lang="da-DK" sz="1600" dirty="0"/>
              </a:br>
              <a:br>
                <a:rPr lang="da-DK" sz="1600" dirty="0"/>
              </a:br>
              <a:r>
                <a:rPr lang="da-DK" sz="1600" dirty="0"/>
                <a:t>Brug en grå fyld-farve bag tal og tekst på det aktuelle element du er på. Dette indikere fremdrift. Alle andre elementer skal være hvide eller gennemsigtige.</a:t>
              </a:r>
              <a:endParaRPr kumimoji="0" lang="da-DK" sz="1600" b="0" i="0" u="none" strike="noStrike" cap="none" normalizeH="0" baseline="0" dirty="0">
                <a:ln>
                  <a:noFill/>
                </a:ln>
                <a:effectLst/>
              </a:endParaRPr>
            </a:p>
          </p:txBody>
        </p:sp>
        <p:sp>
          <p:nvSpPr>
            <p:cNvPr id="7" name="Rektangel 6"/>
            <p:cNvSpPr/>
            <p:nvPr/>
          </p:nvSpPr>
          <p:spPr bwMode="auto">
            <a:xfrm>
              <a:off x="9396536" y="0"/>
              <a:ext cx="3528392" cy="54868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Vejledning til template</a:t>
              </a:r>
            </a:p>
          </p:txBody>
        </p:sp>
      </p:grpSp>
      <p:sp>
        <p:nvSpPr>
          <p:cNvPr id="8" name="Rektangel 7"/>
          <p:cNvSpPr/>
          <p:nvPr/>
        </p:nvSpPr>
        <p:spPr bwMode="auto">
          <a:xfrm>
            <a:off x="9396536" y="6237312"/>
            <a:ext cx="3528392" cy="620688"/>
          </a:xfrm>
          <a:prstGeom prst="rect">
            <a:avLst/>
          </a:prstGeom>
          <a:solidFill>
            <a:srgbClr val="C00000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9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Slet vejledning ved brug</a:t>
            </a:r>
          </a:p>
        </p:txBody>
      </p:sp>
    </p:spTree>
    <p:extLst>
      <p:ext uri="{BB962C8B-B14F-4D97-AF65-F5344CB8AC3E}">
        <p14:creationId xmlns:p14="http://schemas.microsoft.com/office/powerpoint/2010/main" val="229883715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6EC7F-824D-4F39-B98D-2E3387298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A4D505-0D97-4CFB-B8BF-68D88E48AD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86</a:t>
            </a:fld>
            <a:endParaRPr lang="da-DK" dirty="0"/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48663B91-4F8F-4A27-9877-BAA0DE639E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54567917"/>
              </p:ext>
            </p:extLst>
          </p:nvPr>
        </p:nvGraphicFramePr>
        <p:xfrm>
          <a:off x="855002" y="1270745"/>
          <a:ext cx="7625975" cy="4955233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37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9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3216476750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2937759617"/>
                    </a:ext>
                  </a:extLst>
                </a:gridCol>
                <a:gridCol w="6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6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72009">
                <a:tc>
                  <a:txBody>
                    <a:bodyPr/>
                    <a:lstStyle/>
                    <a:p>
                      <a:pPr algn="ctr"/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#</a:t>
                      </a: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9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Topic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9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Responsible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Minutes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073191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8304290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3096507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7210581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58111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9318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462945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Ændringslog til dokumentet</a:t>
            </a:r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87</a:t>
            </a:fld>
            <a:endParaRPr lang="da-DK">
              <a:solidFill>
                <a:srgbClr val="000000"/>
              </a:solidFill>
            </a:endParaRPr>
          </a:p>
        </p:txBody>
      </p:sp>
      <p:graphicFrame>
        <p:nvGraphicFramePr>
          <p:cNvPr id="7" name="Tabel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3739995"/>
              </p:ext>
            </p:extLst>
          </p:nvPr>
        </p:nvGraphicFramePr>
        <p:xfrm>
          <a:off x="720865" y="1700808"/>
          <a:ext cx="7644429" cy="4297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5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17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17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322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176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552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2000">
                <a:tc gridSpan="6">
                  <a:txBody>
                    <a:bodyPr/>
                    <a:lstStyle/>
                    <a:p>
                      <a:endParaRPr lang="da-DK" sz="1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5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20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6724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Date</a:t>
                      </a:r>
                      <a:endParaRPr lang="da-DK" sz="1000" b="1" dirty="0"/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/>
                        <a:t>Version</a:t>
                      </a:r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Changes</a:t>
                      </a:r>
                      <a:endParaRPr lang="da-DK" sz="1000" b="1" dirty="0"/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/>
                        <a:t>Responsible</a:t>
                      </a:r>
                      <a:endParaRPr lang="da-DK" sz="1000" b="1" dirty="0"/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292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en-US" sz="1000" dirty="0"/>
                        <a:t>Notes: [ Add notes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  <p:grpSp>
        <p:nvGrpSpPr>
          <p:cNvPr id="6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1" name="Rektangel 1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Vælg det antal rækker du skal bruge. Slet herefter de rækker du ikke skal bruge. Bemærk at der løbende kan indsættes nye rækker efterhånden som der kommer ændringer til dokumentet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400" b="0" i="0" u="none" strike="noStrike" cap="none" normalizeH="0" baseline="0" dirty="0">
                    <a:ln>
                      <a:noFill/>
                    </a:ln>
                    <a:effectLst/>
                  </a:rPr>
                  <a:t>Tilpas eventuelt antallet eller indholdet i de enkelte kolonner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Tilpas længden af kolonnerne med indhold så tabellen fylder hele siden i bredden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400" dirty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/>
                  <a:t>Udfyld med indhold i tabellen. Brug gerne tal eller lignende</a:t>
                </a:r>
                <a:r>
                  <a:rPr lang="da-DK" sz="1100" dirty="0"/>
                  <a:t>.</a:t>
                </a:r>
                <a:endParaRPr kumimoji="0" lang="da-DK" sz="1100" b="0" i="0" u="none" strike="noStrike" cap="none" normalizeH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2" name="Rektangel 1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0" name="Rektangel 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2374008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>
          <a:xfrm>
            <a:off x="719138" y="536575"/>
            <a:ext cx="8424862" cy="762000"/>
          </a:xfrm>
          <a:noFill/>
        </p:spPr>
        <p:txBody>
          <a:bodyPr/>
          <a:lstStyle/>
          <a:p>
            <a:r>
              <a:rPr lang="da-DK" dirty="0"/>
              <a:t>[ Agendapunkt – skriv navn som overskrift - DA ]</a:t>
            </a:r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88</a:t>
            </a:fld>
            <a:endParaRPr lang="da-DK">
              <a:solidFill>
                <a:srgbClr val="000000"/>
              </a:solidFill>
            </a:endParaRPr>
          </a:p>
        </p:txBody>
      </p:sp>
      <p:graphicFrame>
        <p:nvGraphicFramePr>
          <p:cNvPr id="6" name="Tabel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3844661"/>
              </p:ext>
            </p:extLst>
          </p:nvPr>
        </p:nvGraphicFramePr>
        <p:xfrm>
          <a:off x="827584" y="1699736"/>
          <a:ext cx="7695974" cy="4400080"/>
        </p:xfrm>
        <a:graphic>
          <a:graphicData uri="http://schemas.openxmlformats.org/drawingml/2006/table">
            <a:tbl>
              <a:tblPr bandRow="1">
                <a:effectLst/>
                <a:tableStyleId>{5C22544A-7EE6-4342-B048-85BDC9FD1C3A}</a:tableStyleId>
              </a:tblPr>
              <a:tblGrid>
                <a:gridCol w="10401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8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2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8323">
                <a:tc>
                  <a:txBody>
                    <a:bodyPr/>
                    <a:lstStyle/>
                    <a:p>
                      <a:r>
                        <a:rPr lang="en-US" sz="1200" b="1" dirty="0"/>
                        <a:t>Topic</a:t>
                      </a:r>
                      <a:endParaRPr lang="da-DK" sz="1200" b="1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[ Heading for the agenda item – e.g. 4.1 Decision on … ]</a:t>
                      </a:r>
                      <a:endParaRPr lang="da-DK" sz="1200" b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b="1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808">
                <a:tc>
                  <a:txBody>
                    <a:bodyPr/>
                    <a:lstStyle/>
                    <a:p>
                      <a:r>
                        <a:rPr lang="en-US" sz="1200" b="1" dirty="0"/>
                        <a:t>Responsible</a:t>
                      </a:r>
                      <a:endParaRPr lang="da-DK" sz="1200" b="1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dirty="0"/>
                        <a:t>[ Name(s) and organisation of the presenter ]</a:t>
                      </a:r>
                      <a:endParaRPr lang="da-DK" sz="120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b="1" dirty="0"/>
                        <a:t>Forum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dirty="0"/>
                        <a:t>State which meeting this is, plus the date and location. Be as precise as you can.</a:t>
                      </a:r>
                    </a:p>
                    <a:p>
                      <a:r>
                        <a:rPr lang="en-US" sz="1200" dirty="0"/>
                        <a:t>For example: Leadership meeting in XX, 30 Jan 2015.</a:t>
                      </a:r>
                      <a:endParaRPr lang="da-DK" sz="120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3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r>
                        <a:rPr lang="da-DK" sz="1200" b="1" dirty="0"/>
                        <a:t>Type 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Decision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Information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Discussion/Request for input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Workshop/co-creation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4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4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68000">
                <a:tc>
                  <a:txBody>
                    <a:bodyPr/>
                    <a:lstStyle/>
                    <a:p>
                      <a:r>
                        <a:rPr lang="en-US" sz="1200" b="1" dirty="0"/>
                        <a:t>Purpose</a:t>
                      </a:r>
                      <a:endParaRPr lang="da-DK" sz="1200" b="1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dirty="0"/>
                        <a:t>[ The purpose of the agenda item, in a sentence or two ]</a:t>
                      </a:r>
                    </a:p>
                    <a:p>
                      <a:endParaRPr lang="da-DK" sz="1200" baseline="0" dirty="0"/>
                    </a:p>
                    <a:p>
                      <a:endParaRPr lang="da-DK" sz="1200" baseline="0" dirty="0"/>
                    </a:p>
                    <a:p>
                      <a:endParaRPr lang="da-DK" sz="1200" baseline="0" dirty="0"/>
                    </a:p>
                    <a:p>
                      <a:endParaRPr lang="da-DK" sz="1200" baseline="0" dirty="0"/>
                    </a:p>
                    <a:p>
                      <a:endParaRPr lang="da-DK" sz="1200" baseline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pSp>
        <p:nvGrpSpPr>
          <p:cNvPr id="2" name="Gruppe 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" name="Gruppe 8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3" name="Rektangel 1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[ Tekst ] felterne med relevant indhold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Fjern de krydser der ikke skal være under type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Slet eventuelt overflødige rækker</a:t>
                </a:r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br>
                  <a:rPr lang="da-DK" sz="1600" dirty="0"/>
                </a:br>
                <a:r>
                  <a:rPr lang="da-DK" sz="1600" dirty="0"/>
                  <a:t>Siden bruges enten efter hvert enkelt agendapunkt i en løbende adskillelse eller (og primært) når der laves separat materiale til forskellige punkter. Ved at </a:t>
                </a:r>
                <a:r>
                  <a:rPr lang="da-DK" sz="1600" dirty="0" err="1"/>
                  <a:t>habve</a:t>
                </a:r>
                <a:r>
                  <a:rPr lang="da-DK" sz="1600" dirty="0"/>
                  <a:t> denne forside lettes overblikket når filerne åbnes (det skal være den første side) og når de printes.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4" name="Rektangel 1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930957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9336C-4E7B-4EB4-8A53-755BDEB4E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[ Agendapunkt – skriv navn som overskrift  - ENG ]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F0EC63-AE26-497D-9421-0804FA75D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89</a:t>
            </a:fld>
            <a:endParaRPr lang="da-DK" dirty="0"/>
          </a:p>
        </p:txBody>
      </p:sp>
      <p:graphicFrame>
        <p:nvGraphicFramePr>
          <p:cNvPr id="4" name="Tabel 5">
            <a:extLst>
              <a:ext uri="{FF2B5EF4-FFF2-40B4-BE49-F238E27FC236}">
                <a16:creationId xmlns:a16="http://schemas.microsoft.com/office/drawing/2014/main" id="{AA318EDB-E417-4D19-82CD-5C4F04CE6B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270835"/>
              </p:ext>
            </p:extLst>
          </p:nvPr>
        </p:nvGraphicFramePr>
        <p:xfrm>
          <a:off x="1032168" y="1747996"/>
          <a:ext cx="6808812" cy="4130840"/>
        </p:xfrm>
        <a:graphic>
          <a:graphicData uri="http://schemas.openxmlformats.org/drawingml/2006/table">
            <a:tbl>
              <a:tblPr bandRow="1">
                <a:effectLst/>
                <a:tableStyleId>{5C22544A-7EE6-4342-B048-85BDC9FD1C3A}</a:tableStyleId>
              </a:tblPr>
              <a:tblGrid>
                <a:gridCol w="9588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60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739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8323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TOPIC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kern="1200" noProof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Lorem ipsum</a:t>
                      </a:r>
                      <a:endParaRPr lang="en-US" sz="1200" b="1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b="1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100" b="1" noProof="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b="1" noProof="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808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Responsible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/>
                        <a:t>Lorem ipsum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2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US" sz="200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Forum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 err="1"/>
                        <a:t>Loremipsum</a:t>
                      </a:r>
                      <a:endParaRPr lang="en-US" sz="1200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3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US" sz="300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r>
                        <a:rPr lang="en-US" sz="1200" b="1" noProof="0"/>
                        <a:t>Type 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Decision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Information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noProof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Discussion/Request for input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noProof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Workshop/co-creation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4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4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68000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Purpose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>
                        <a:buAutoNum type="alphaLcParenR"/>
                      </a:pPr>
                      <a:r>
                        <a:rPr lang="en-US" sz="1200" baseline="0" noProof="0" dirty="0"/>
                        <a:t>Lorem ipsum</a:t>
                      </a:r>
                    </a:p>
                    <a:p>
                      <a:endParaRPr lang="en-US" sz="1200" baseline="0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220456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D7A46-C7F4-4B67-AE45-E5DC1D1D8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Decisions needed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AB025B-6CA2-4E61-B5CD-E50712DCF2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90</a:t>
            </a:fld>
            <a:endParaRPr lang="da-DK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0617330-8027-477F-BECF-C73077E6CB26}"/>
              </a:ext>
            </a:extLst>
          </p:cNvPr>
          <p:cNvGrpSpPr>
            <a:grpSpLocks/>
          </p:cNvGrpSpPr>
          <p:nvPr/>
        </p:nvGrpSpPr>
        <p:grpSpPr>
          <a:xfrm>
            <a:off x="760086" y="2511293"/>
            <a:ext cx="7732643" cy="828261"/>
            <a:chOff x="1490870" y="2060713"/>
            <a:chExt cx="9832769" cy="82826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4B838DD-C8A7-49F0-B798-3AA618DF6BA9}"/>
                </a:ext>
              </a:extLst>
            </p:cNvPr>
            <p:cNvSpPr/>
            <p:nvPr/>
          </p:nvSpPr>
          <p:spPr>
            <a:xfrm>
              <a:off x="1905001" y="2060713"/>
              <a:ext cx="9418638" cy="828261"/>
            </a:xfrm>
            <a:prstGeom prst="rect">
              <a:avLst/>
            </a:prstGeom>
            <a:solidFill>
              <a:schemeClr val="accent3">
                <a:lumMod val="100000"/>
              </a:schemeClr>
            </a:solidFill>
            <a:ln w="12700" cap="flat" cmpd="sng" algn="ctr">
              <a:solidFill>
                <a:schemeClr val="accent3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50850">
                <a:lnSpc>
                  <a:spcPct val="111000"/>
                </a:lnSpc>
              </a:pPr>
              <a:r>
                <a:rPr lang="en-US" spc="50" baseline="0" noProof="0" dirty="0">
                  <a:solidFill>
                    <a:schemeClr val="tx1"/>
                  </a:solidFill>
                </a:rPr>
                <a:t>Lorem ipsum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207B80C-B338-4FEE-903B-975A279B3A37}"/>
                </a:ext>
              </a:extLst>
            </p:cNvPr>
            <p:cNvSpPr/>
            <p:nvPr/>
          </p:nvSpPr>
          <p:spPr>
            <a:xfrm>
              <a:off x="1490870" y="2060713"/>
              <a:ext cx="828261" cy="828261"/>
            </a:xfrm>
            <a:prstGeom prst="ellipse">
              <a:avLst/>
            </a:prstGeom>
            <a:solidFill>
              <a:schemeClr val="accent6"/>
            </a:solidFill>
            <a:ln w="38100" cap="flat" cmpd="sng" algn="ctr">
              <a:solidFill>
                <a:schemeClr val="bg1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11000"/>
                </a:lnSpc>
              </a:pPr>
              <a:r>
                <a:rPr lang="en-US" sz="4000" b="1" spc="50" dirty="0">
                  <a:solidFill>
                    <a:schemeClr val="bg1"/>
                  </a:solidFill>
                </a:rPr>
                <a:t>1</a:t>
              </a:r>
              <a:endParaRPr lang="en-US" sz="4000" b="1" spc="50" baseline="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0EC4CAC-A237-4FB8-9ABB-5E17EF2AE7B2}"/>
              </a:ext>
            </a:extLst>
          </p:cNvPr>
          <p:cNvGrpSpPr/>
          <p:nvPr/>
        </p:nvGrpSpPr>
        <p:grpSpPr>
          <a:xfrm>
            <a:off x="760086" y="4101905"/>
            <a:ext cx="7732643" cy="828261"/>
            <a:chOff x="1490870" y="2060713"/>
            <a:chExt cx="9832769" cy="82826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5285D82-2EE8-439D-82D3-CA2580A99C77}"/>
                </a:ext>
              </a:extLst>
            </p:cNvPr>
            <p:cNvSpPr/>
            <p:nvPr/>
          </p:nvSpPr>
          <p:spPr>
            <a:xfrm>
              <a:off x="1905001" y="2060713"/>
              <a:ext cx="9418638" cy="828261"/>
            </a:xfrm>
            <a:prstGeom prst="rect">
              <a:avLst/>
            </a:prstGeom>
            <a:solidFill>
              <a:schemeClr val="accent3">
                <a:lumMod val="100000"/>
              </a:schemeClr>
            </a:solidFill>
            <a:ln w="12700" cap="flat" cmpd="sng" algn="ctr">
              <a:solidFill>
                <a:schemeClr val="accent3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50850">
                <a:lnSpc>
                  <a:spcPct val="111000"/>
                </a:lnSpc>
              </a:pPr>
              <a:r>
                <a:rPr lang="en-US" spc="50" baseline="0" noProof="0" dirty="0">
                  <a:solidFill>
                    <a:schemeClr val="tx1"/>
                  </a:solidFill>
                </a:rPr>
                <a:t>Lorem ipsum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970E7D1-7D32-42A6-919D-7F42937C7191}"/>
                </a:ext>
              </a:extLst>
            </p:cNvPr>
            <p:cNvSpPr/>
            <p:nvPr/>
          </p:nvSpPr>
          <p:spPr>
            <a:xfrm>
              <a:off x="1490870" y="2060713"/>
              <a:ext cx="828261" cy="828261"/>
            </a:xfrm>
            <a:prstGeom prst="ellipse">
              <a:avLst/>
            </a:prstGeom>
            <a:solidFill>
              <a:schemeClr val="accent6"/>
            </a:solidFill>
            <a:ln w="38100" cap="flat" cmpd="sng" algn="ctr">
              <a:solidFill>
                <a:schemeClr val="bg1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11000"/>
                </a:lnSpc>
              </a:pPr>
              <a:r>
                <a:rPr lang="en-US" sz="4000" b="1" spc="50" dirty="0">
                  <a:solidFill>
                    <a:schemeClr val="bg1"/>
                  </a:solidFill>
                </a:rPr>
                <a:t>2</a:t>
              </a:r>
              <a:endParaRPr lang="en-US" sz="4000" b="1" spc="50" baseline="0" noProof="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9853589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Grå kasser</a:t>
            </a:r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91</a:t>
            </a:fld>
            <a:endParaRPr lang="da-DK" noProof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86537457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Tre (2x1) kasser</a:t>
            </a:r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92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1" name="Rektangel 20"/>
          <p:cNvSpPr/>
          <p:nvPr/>
        </p:nvSpPr>
        <p:spPr bwMode="auto">
          <a:xfrm>
            <a:off x="4752020" y="1685126"/>
            <a:ext cx="3708412" cy="457309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/>
              <a:t>[ Text ]</a:t>
            </a:r>
          </a:p>
        </p:txBody>
      </p:sp>
      <p:sp>
        <p:nvSpPr>
          <p:cNvPr id="2" name="Rektangel 1"/>
          <p:cNvSpPr/>
          <p:nvPr/>
        </p:nvSpPr>
        <p:spPr bwMode="auto">
          <a:xfrm>
            <a:off x="475202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36" name="Tekstboks 35"/>
          <p:cNvSpPr txBox="1"/>
          <p:nvPr/>
        </p:nvSpPr>
        <p:spPr>
          <a:xfrm>
            <a:off x="4824586" y="609329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39" name="Rektangel 38"/>
          <p:cNvSpPr/>
          <p:nvPr/>
        </p:nvSpPr>
        <p:spPr bwMode="auto">
          <a:xfrm>
            <a:off x="791580" y="4209318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/>
              <a:t>[ Text ]</a:t>
            </a:r>
          </a:p>
        </p:txBody>
      </p:sp>
      <p:sp>
        <p:nvSpPr>
          <p:cNvPr id="40" name="Rektangel 39"/>
          <p:cNvSpPr/>
          <p:nvPr/>
        </p:nvSpPr>
        <p:spPr bwMode="auto">
          <a:xfrm>
            <a:off x="791580" y="4022465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42" name="Rektangel 41"/>
          <p:cNvSpPr/>
          <p:nvPr/>
        </p:nvSpPr>
        <p:spPr bwMode="auto">
          <a:xfrm>
            <a:off x="79158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/>
              <a:t>[ Text / Image ]</a:t>
            </a:r>
          </a:p>
        </p:txBody>
      </p:sp>
      <p:sp>
        <p:nvSpPr>
          <p:cNvPr id="43" name="Rektangel 42"/>
          <p:cNvSpPr/>
          <p:nvPr/>
        </p:nvSpPr>
        <p:spPr bwMode="auto">
          <a:xfrm>
            <a:off x="79158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44" name="Tekstboks 43"/>
          <p:cNvSpPr txBox="1"/>
          <p:nvPr/>
        </p:nvSpPr>
        <p:spPr>
          <a:xfrm>
            <a:off x="864146" y="357301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38" name="Tekstboks 37"/>
          <p:cNvSpPr txBox="1"/>
          <p:nvPr/>
        </p:nvSpPr>
        <p:spPr>
          <a:xfrm>
            <a:off x="863588" y="609329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264252025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9286874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Tre (1x2) kasser</a:t>
            </a:r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93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31" name="Rektangel 30"/>
          <p:cNvSpPr/>
          <p:nvPr/>
        </p:nvSpPr>
        <p:spPr bwMode="auto">
          <a:xfrm>
            <a:off x="4752020" y="4209318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/>
              <a:t>[ Text ]</a:t>
            </a:r>
          </a:p>
        </p:txBody>
      </p:sp>
      <p:sp>
        <p:nvSpPr>
          <p:cNvPr id="35" name="Rektangel 34"/>
          <p:cNvSpPr/>
          <p:nvPr/>
        </p:nvSpPr>
        <p:spPr bwMode="auto">
          <a:xfrm>
            <a:off x="4752020" y="4022465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21" name="Rektangel 20"/>
          <p:cNvSpPr/>
          <p:nvPr/>
        </p:nvSpPr>
        <p:spPr bwMode="auto">
          <a:xfrm>
            <a:off x="475202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/>
              <a:t>[ Text ]</a:t>
            </a:r>
          </a:p>
        </p:txBody>
      </p:sp>
      <p:sp>
        <p:nvSpPr>
          <p:cNvPr id="2" name="Rektangel 1"/>
          <p:cNvSpPr/>
          <p:nvPr/>
        </p:nvSpPr>
        <p:spPr bwMode="auto">
          <a:xfrm>
            <a:off x="475202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36" name="Tekstboks 35"/>
          <p:cNvSpPr txBox="1"/>
          <p:nvPr/>
        </p:nvSpPr>
        <p:spPr>
          <a:xfrm>
            <a:off x="4824586" y="357301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42" name="Rektangel 41"/>
          <p:cNvSpPr/>
          <p:nvPr/>
        </p:nvSpPr>
        <p:spPr bwMode="auto">
          <a:xfrm>
            <a:off x="791580" y="1685126"/>
            <a:ext cx="3708412" cy="455218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/>
              <a:t>[ Text / Image ]</a:t>
            </a:r>
          </a:p>
        </p:txBody>
      </p:sp>
      <p:sp>
        <p:nvSpPr>
          <p:cNvPr id="43" name="Rektangel 42"/>
          <p:cNvSpPr/>
          <p:nvPr/>
        </p:nvSpPr>
        <p:spPr bwMode="auto">
          <a:xfrm>
            <a:off x="79158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44" name="Tekstboks 43"/>
          <p:cNvSpPr txBox="1"/>
          <p:nvPr/>
        </p:nvSpPr>
        <p:spPr>
          <a:xfrm>
            <a:off x="864146" y="609329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4" name="Tekstboks 3"/>
          <p:cNvSpPr txBox="1"/>
          <p:nvPr/>
        </p:nvSpPr>
        <p:spPr>
          <a:xfrm>
            <a:off x="4824028" y="609329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11073528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24480838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Fire (2x2) kasser</a:t>
            </a:r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94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31" name="Rektangel 30"/>
          <p:cNvSpPr/>
          <p:nvPr/>
        </p:nvSpPr>
        <p:spPr bwMode="auto">
          <a:xfrm>
            <a:off x="4752020" y="4209318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/>
              <a:t>[ Text ]</a:t>
            </a:r>
          </a:p>
        </p:txBody>
      </p:sp>
      <p:sp>
        <p:nvSpPr>
          <p:cNvPr id="35" name="Rektangel 34"/>
          <p:cNvSpPr/>
          <p:nvPr/>
        </p:nvSpPr>
        <p:spPr bwMode="auto">
          <a:xfrm>
            <a:off x="4752020" y="4022465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21" name="Rektangel 20"/>
          <p:cNvSpPr/>
          <p:nvPr/>
        </p:nvSpPr>
        <p:spPr bwMode="auto">
          <a:xfrm>
            <a:off x="475202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/>
              <a:t>[ Text ]</a:t>
            </a:r>
          </a:p>
        </p:txBody>
      </p:sp>
      <p:sp>
        <p:nvSpPr>
          <p:cNvPr id="2" name="Rektangel 1"/>
          <p:cNvSpPr/>
          <p:nvPr/>
        </p:nvSpPr>
        <p:spPr bwMode="auto">
          <a:xfrm>
            <a:off x="475202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39" name="Rektangel 38"/>
          <p:cNvSpPr/>
          <p:nvPr/>
        </p:nvSpPr>
        <p:spPr bwMode="auto">
          <a:xfrm>
            <a:off x="791580" y="4209318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/>
              <a:t>[ Text ]</a:t>
            </a:r>
          </a:p>
        </p:txBody>
      </p:sp>
      <p:sp>
        <p:nvSpPr>
          <p:cNvPr id="40" name="Rektangel 39"/>
          <p:cNvSpPr/>
          <p:nvPr/>
        </p:nvSpPr>
        <p:spPr bwMode="auto">
          <a:xfrm>
            <a:off x="791580" y="4022465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42" name="Rektangel 41"/>
          <p:cNvSpPr/>
          <p:nvPr/>
        </p:nvSpPr>
        <p:spPr bwMode="auto">
          <a:xfrm>
            <a:off x="79158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/>
              <a:t>[ Text / Image ]</a:t>
            </a:r>
          </a:p>
        </p:txBody>
      </p:sp>
      <p:sp>
        <p:nvSpPr>
          <p:cNvPr id="43" name="Rektangel 42"/>
          <p:cNvSpPr/>
          <p:nvPr/>
        </p:nvSpPr>
        <p:spPr bwMode="auto">
          <a:xfrm>
            <a:off x="79158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4" name="Tekstboks 3"/>
          <p:cNvSpPr txBox="1"/>
          <p:nvPr/>
        </p:nvSpPr>
        <p:spPr>
          <a:xfrm>
            <a:off x="4824028" y="611420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36" name="Tekstboks 35"/>
          <p:cNvSpPr txBox="1"/>
          <p:nvPr/>
        </p:nvSpPr>
        <p:spPr>
          <a:xfrm>
            <a:off x="4824586" y="359392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38" name="Tekstboks 37"/>
          <p:cNvSpPr txBox="1"/>
          <p:nvPr/>
        </p:nvSpPr>
        <p:spPr>
          <a:xfrm>
            <a:off x="863588" y="611420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44" name="Tekstboks 43"/>
          <p:cNvSpPr txBox="1"/>
          <p:nvPr/>
        </p:nvSpPr>
        <p:spPr>
          <a:xfrm>
            <a:off x="864146" y="359392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144415828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Tre (2+1) kasser</a:t>
            </a:r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95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i de tre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1" name="Rektangel 20"/>
          <p:cNvSpPr/>
          <p:nvPr/>
        </p:nvSpPr>
        <p:spPr bwMode="auto">
          <a:xfrm>
            <a:off x="475202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/>
              <a:t>[ Text ]</a:t>
            </a:r>
          </a:p>
        </p:txBody>
      </p:sp>
      <p:sp>
        <p:nvSpPr>
          <p:cNvPr id="2" name="Rektangel 1"/>
          <p:cNvSpPr/>
          <p:nvPr/>
        </p:nvSpPr>
        <p:spPr bwMode="auto">
          <a:xfrm>
            <a:off x="475202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42" name="Rektangel 41"/>
          <p:cNvSpPr/>
          <p:nvPr/>
        </p:nvSpPr>
        <p:spPr bwMode="auto">
          <a:xfrm>
            <a:off x="79158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/>
              <a:t>[ Text / Image ]</a:t>
            </a:r>
          </a:p>
        </p:txBody>
      </p:sp>
      <p:sp>
        <p:nvSpPr>
          <p:cNvPr id="43" name="Rektangel 42"/>
          <p:cNvSpPr/>
          <p:nvPr/>
        </p:nvSpPr>
        <p:spPr bwMode="auto">
          <a:xfrm>
            <a:off x="79158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36" name="Tekstboks 35"/>
          <p:cNvSpPr txBox="1"/>
          <p:nvPr/>
        </p:nvSpPr>
        <p:spPr>
          <a:xfrm>
            <a:off x="4824586" y="359392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44" name="Tekstboks 43"/>
          <p:cNvSpPr txBox="1"/>
          <p:nvPr/>
        </p:nvSpPr>
        <p:spPr>
          <a:xfrm>
            <a:off x="864146" y="359392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49" name="Rektangel 48"/>
          <p:cNvSpPr/>
          <p:nvPr/>
        </p:nvSpPr>
        <p:spPr bwMode="auto">
          <a:xfrm>
            <a:off x="791580" y="4209318"/>
            <a:ext cx="766885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/>
              <a:t>[ Text ]</a:t>
            </a:r>
          </a:p>
        </p:txBody>
      </p:sp>
      <p:sp>
        <p:nvSpPr>
          <p:cNvPr id="50" name="Rektangel 49"/>
          <p:cNvSpPr/>
          <p:nvPr/>
        </p:nvSpPr>
        <p:spPr bwMode="auto">
          <a:xfrm>
            <a:off x="791580" y="4022465"/>
            <a:ext cx="766885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51" name="Tekstboks 37"/>
          <p:cNvSpPr txBox="1"/>
          <p:nvPr/>
        </p:nvSpPr>
        <p:spPr>
          <a:xfrm>
            <a:off x="863587" y="6114201"/>
            <a:ext cx="588193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417737424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95444587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360" imgH="360" progId="TCLayout.ActiveDocument.1">
                  <p:embed/>
                </p:oleObj>
              </mc:Choice>
              <mc:Fallback>
                <p:oleObj name="think-cell Slide" r:id="rId20" imgW="360" imgH="360" progId="TCLayout.ActiveDocument.1">
                  <p:embed/>
                  <p:pic>
                    <p:nvPicPr>
                      <p:cNvPr id="0" name="Picture 7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To horisontale kasser</a:t>
            </a:r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96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98" name="Rektangel 97"/>
          <p:cNvSpPr/>
          <p:nvPr/>
        </p:nvSpPr>
        <p:spPr bwMode="auto">
          <a:xfrm>
            <a:off x="751806" y="1712530"/>
            <a:ext cx="7920880" cy="197035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304800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304800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dirty="0"/>
              <a:t>[ Text ]</a:t>
            </a:r>
            <a:endParaRPr lang="da-DK" sz="1000" baseline="0" dirty="0"/>
          </a:p>
        </p:txBody>
      </p:sp>
      <p:sp>
        <p:nvSpPr>
          <p:cNvPr id="99" name="Rektangel 98"/>
          <p:cNvSpPr/>
          <p:nvPr/>
        </p:nvSpPr>
        <p:spPr bwMode="auto">
          <a:xfrm>
            <a:off x="751806" y="1525676"/>
            <a:ext cx="7920880" cy="21973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  <a:endParaRPr lang="da-DK" sz="1200" dirty="0">
              <a:solidFill>
                <a:schemeClr val="bg1"/>
              </a:solidFill>
            </a:endParaRPr>
          </a:p>
        </p:txBody>
      </p:sp>
      <p:sp>
        <p:nvSpPr>
          <p:cNvPr id="115" name="Tekstboks 114"/>
          <p:cNvSpPr txBox="1"/>
          <p:nvPr/>
        </p:nvSpPr>
        <p:spPr>
          <a:xfrm>
            <a:off x="779612" y="3562805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/>
              <a:t>Note: [ Add notes ]</a:t>
            </a:r>
          </a:p>
        </p:txBody>
      </p:sp>
      <p:grpSp>
        <p:nvGrpSpPr>
          <p:cNvPr id="2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37" name="Rektangel 36"/>
          <p:cNvSpPr/>
          <p:nvPr/>
        </p:nvSpPr>
        <p:spPr bwMode="auto">
          <a:xfrm>
            <a:off x="751806" y="4191918"/>
            <a:ext cx="7920880" cy="197035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304800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304800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dirty="0"/>
              <a:t>[ Text ]</a:t>
            </a:r>
            <a:endParaRPr lang="da-DK" sz="1000" baseline="0" dirty="0"/>
          </a:p>
        </p:txBody>
      </p:sp>
      <p:sp>
        <p:nvSpPr>
          <p:cNvPr id="38" name="Rektangel 37"/>
          <p:cNvSpPr/>
          <p:nvPr/>
        </p:nvSpPr>
        <p:spPr bwMode="auto">
          <a:xfrm>
            <a:off x="751806" y="4005064"/>
            <a:ext cx="7920880" cy="21973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  <a:endParaRPr lang="da-DK" sz="1200" dirty="0">
              <a:solidFill>
                <a:schemeClr val="bg1"/>
              </a:solidFill>
            </a:endParaRPr>
          </a:p>
        </p:txBody>
      </p:sp>
      <p:sp>
        <p:nvSpPr>
          <p:cNvPr id="39" name="Tekstboks 38"/>
          <p:cNvSpPr txBox="1"/>
          <p:nvPr/>
        </p:nvSpPr>
        <p:spPr>
          <a:xfrm>
            <a:off x="779612" y="6042193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/>
              <a:t>Note: [ Add notes ]</a:t>
            </a:r>
          </a:p>
        </p:txBody>
      </p:sp>
      <p:cxnSp>
        <p:nvCxnSpPr>
          <p:cNvPr id="40" name="Lige forbindelse 39"/>
          <p:cNvCxnSpPr/>
          <p:nvPr>
            <p:custDataLst>
              <p:tags r:id="rId3"/>
            </p:custDataLst>
          </p:nvPr>
        </p:nvCxnSpPr>
        <p:spPr bwMode="auto">
          <a:xfrm flipV="1">
            <a:off x="1438275" y="2495550"/>
            <a:ext cx="352425" cy="295275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41" name="Lige forbindelse 40"/>
          <p:cNvCxnSpPr/>
          <p:nvPr>
            <p:custDataLst>
              <p:tags r:id="rId4"/>
            </p:custDataLst>
          </p:nvPr>
        </p:nvCxnSpPr>
        <p:spPr bwMode="auto">
          <a:xfrm flipV="1">
            <a:off x="2238375" y="2228850"/>
            <a:ext cx="352425" cy="2667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42" name="Objekt 41"/>
          <p:cNvGraphicFramePr>
            <a:graphicFrameLocks/>
          </p:cNvGraphicFramePr>
          <p:nvPr>
            <p:custDataLst>
              <p:tags r:id="rId5"/>
            </p:custDataLst>
            <p:extLst>
              <p:ext uri="{D42A27DB-BD31-4B8C-83A1-F6EECF244321}">
                <p14:modId xmlns:p14="http://schemas.microsoft.com/office/powerpoint/2010/main" val="1624883904"/>
              </p:ext>
            </p:extLst>
          </p:nvPr>
        </p:nvGraphicFramePr>
        <p:xfrm>
          <a:off x="723900" y="1905000"/>
          <a:ext cx="2600241" cy="15431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gram" r:id="rId22" imgW="2600241" imgH="1543185" progId="MSGraph.Chart.8">
                  <p:embed followColorScheme="full"/>
                </p:oleObj>
              </mc:Choice>
              <mc:Fallback>
                <p:oleObj name="Diagram" r:id="rId22" imgW="2600241" imgH="1543185" progId="MSGraph.Chart.8">
                  <p:embed followColorScheme="full"/>
                  <p:pic>
                    <p:nvPicPr>
                      <p:cNvPr id="0" name="Picture 78"/>
                      <p:cNvPicPr>
                        <a:picLocks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3900" y="1905000"/>
                        <a:ext cx="2600241" cy="154318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3" name="Lige forbindelse 42"/>
          <p:cNvCxnSpPr/>
          <p:nvPr>
            <p:custDataLst>
              <p:tags r:id="rId6"/>
            </p:custDataLst>
          </p:nvPr>
        </p:nvCxnSpPr>
        <p:spPr bwMode="auto">
          <a:xfrm flipV="1">
            <a:off x="1214438" y="1814513"/>
            <a:ext cx="1600200" cy="561975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44" name="Rektangel 43"/>
          <p:cNvSpPr/>
          <p:nvPr>
            <p:custDataLst>
              <p:tags r:id="rId7"/>
            </p:custDataLst>
          </p:nvPr>
        </p:nvSpPr>
        <p:spPr bwMode="auto">
          <a:xfrm>
            <a:off x="1062038" y="34480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62211AAE-1B42-490B-B145-AAC57F89DA88}" type="datetime'2''''''''''''''0''''''''''''1''''''''''''4'''''''">
              <a:rPr lang="en-US" sz="900"/>
              <a:pPr algn="ctr"/>
              <a:t>2014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45" name="Rektangel 44"/>
          <p:cNvSpPr/>
          <p:nvPr>
            <p:custDataLst>
              <p:tags r:id="rId8"/>
            </p:custDataLst>
          </p:nvPr>
        </p:nvSpPr>
        <p:spPr bwMode="auto">
          <a:xfrm>
            <a:off x="1862138" y="34480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C440C56E-0FA9-40D6-8971-8A7C4036B4FF}" type="datetime'''2''''''''''''''''''''''''''''''0''1''5'">
              <a:rPr lang="en-US" sz="900"/>
              <a:pPr algn="ctr"/>
              <a:t>2015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46" name="Rektangel 45"/>
          <p:cNvSpPr/>
          <p:nvPr>
            <p:custDataLst>
              <p:tags r:id="rId9"/>
            </p:custDataLst>
          </p:nvPr>
        </p:nvSpPr>
        <p:spPr bwMode="auto">
          <a:xfrm>
            <a:off x="2662238" y="34480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25EC8E4-3549-4AA0-9EEF-C54F1A719A33}" type="datetime'''''''''''''''''''2''''''''''''''''''01''''6'">
              <a:rPr lang="en-US" sz="900"/>
              <a:pPr algn="ctr"/>
              <a:t>2016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47" name="Ellipse 46"/>
          <p:cNvSpPr/>
          <p:nvPr>
            <p:custDataLst>
              <p:tags r:id="rId10"/>
            </p:custDataLst>
          </p:nvPr>
        </p:nvSpPr>
        <p:spPr bwMode="auto">
          <a:xfrm>
            <a:off x="1566863" y="1958975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526B0507-52FE-4BAC-AE3C-D44A0271AF27}" type="datetime'''''''+''''''''''''''''''''''''''''''''''''4''''''''''''1%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48" name="Tekstboks 47"/>
          <p:cNvSpPr txBox="1"/>
          <p:nvPr/>
        </p:nvSpPr>
        <p:spPr>
          <a:xfrm>
            <a:off x="803275" y="1874838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/>
              <a:t>[ Chart title ]</a:t>
            </a:r>
          </a:p>
        </p:txBody>
      </p:sp>
      <p:sp>
        <p:nvSpPr>
          <p:cNvPr id="49" name="Tekstfelt 55"/>
          <p:cNvSpPr txBox="1"/>
          <p:nvPr/>
        </p:nvSpPr>
        <p:spPr>
          <a:xfrm rot="19634656">
            <a:off x="957263" y="249713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cxnSp>
        <p:nvCxnSpPr>
          <p:cNvPr id="50" name="Lige forbindelse 49"/>
          <p:cNvCxnSpPr/>
          <p:nvPr>
            <p:custDataLst>
              <p:tags r:id="rId11"/>
            </p:custDataLst>
          </p:nvPr>
        </p:nvCxnSpPr>
        <p:spPr bwMode="auto">
          <a:xfrm flipV="1">
            <a:off x="1438275" y="4991100"/>
            <a:ext cx="352425" cy="2857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51" name="Lige forbindelse 50"/>
          <p:cNvCxnSpPr/>
          <p:nvPr>
            <p:custDataLst>
              <p:tags r:id="rId12"/>
            </p:custDataLst>
          </p:nvPr>
        </p:nvCxnSpPr>
        <p:spPr bwMode="auto">
          <a:xfrm flipV="1">
            <a:off x="2238375" y="4724400"/>
            <a:ext cx="352425" cy="2667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52" name="Objekt 51"/>
          <p:cNvGraphicFramePr>
            <a:graphicFrameLocks/>
          </p:cNvGraphicFramePr>
          <p:nvPr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197103768"/>
              </p:ext>
            </p:extLst>
          </p:nvPr>
        </p:nvGraphicFramePr>
        <p:xfrm>
          <a:off x="723900" y="4419600"/>
          <a:ext cx="2600241" cy="151454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gram" r:id="rId24" imgW="2600241" imgH="1514543" progId="MSGraph.Chart.8">
                  <p:embed followColorScheme="full"/>
                </p:oleObj>
              </mc:Choice>
              <mc:Fallback>
                <p:oleObj name="Diagram" r:id="rId24" imgW="2600241" imgH="1514543" progId="MSGraph.Chart.8">
                  <p:embed followColorScheme="full"/>
                  <p:pic>
                    <p:nvPicPr>
                      <p:cNvPr id="0" name="Picture 79"/>
                      <p:cNvPicPr>
                        <a:picLocks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3900" y="4419600"/>
                        <a:ext cx="2600241" cy="151454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3" name="Lige forbindelse 52"/>
          <p:cNvCxnSpPr/>
          <p:nvPr>
            <p:custDataLst>
              <p:tags r:id="rId14"/>
            </p:custDataLst>
          </p:nvPr>
        </p:nvCxnSpPr>
        <p:spPr bwMode="auto">
          <a:xfrm flipV="1">
            <a:off x="1214438" y="4314825"/>
            <a:ext cx="1600200" cy="552450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54" name="Rektangel 53"/>
          <p:cNvSpPr/>
          <p:nvPr>
            <p:custDataLst>
              <p:tags r:id="rId15"/>
            </p:custDataLst>
          </p:nvPr>
        </p:nvSpPr>
        <p:spPr bwMode="auto">
          <a:xfrm>
            <a:off x="1062038" y="59340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56C53847-66D6-4FDD-A7C4-E638F573EACF}" type="datetime'2''''''0''''''''''1''''''''''''''4'''''''''''''''''''''''">
              <a:rPr lang="en-US" sz="900"/>
              <a:pPr algn="ctr"/>
              <a:t>2014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55" name="Rektangel 54"/>
          <p:cNvSpPr/>
          <p:nvPr>
            <p:custDataLst>
              <p:tags r:id="rId16"/>
            </p:custDataLst>
          </p:nvPr>
        </p:nvSpPr>
        <p:spPr bwMode="auto">
          <a:xfrm>
            <a:off x="1862138" y="59340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1B98BB7B-AB69-4FFF-94A1-62AED134E2F7}" type="datetime'''''''''''''''''''''''''''''''''2''''0''''''''1''5'''''''''">
              <a:rPr lang="en-US" sz="900"/>
              <a:pPr algn="ctr"/>
              <a:t>2015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56" name="Rektangel 55"/>
          <p:cNvSpPr/>
          <p:nvPr>
            <p:custDataLst>
              <p:tags r:id="rId17"/>
            </p:custDataLst>
          </p:nvPr>
        </p:nvSpPr>
        <p:spPr bwMode="auto">
          <a:xfrm>
            <a:off x="2662238" y="59340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D14D4CDC-A2E1-4E00-A343-60FE7EC5B8B3}" type="datetime'''''2''''0''''''''''''1''''''''''''''''6'''''''''''''''">
              <a:rPr lang="en-US" sz="900"/>
              <a:pPr algn="ctr"/>
              <a:t>2016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57" name="Ellipse 56"/>
          <p:cNvSpPr/>
          <p:nvPr>
            <p:custDataLst>
              <p:tags r:id="rId18"/>
            </p:custDataLst>
          </p:nvPr>
        </p:nvSpPr>
        <p:spPr bwMode="auto">
          <a:xfrm>
            <a:off x="1566863" y="4454525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B5B8F343-695A-4B82-8DD7-510C8108AD44}" type="datetime'''''''''''''''''''''''''''+''''''4''''''''''''''''''''''1%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58" name="Tekstboks 57"/>
          <p:cNvSpPr txBox="1"/>
          <p:nvPr/>
        </p:nvSpPr>
        <p:spPr>
          <a:xfrm>
            <a:off x="803275" y="4362450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/>
              <a:t>[ Chart title ]</a:t>
            </a:r>
          </a:p>
        </p:txBody>
      </p:sp>
      <p:sp>
        <p:nvSpPr>
          <p:cNvPr id="59" name="Tekstfelt 55"/>
          <p:cNvSpPr txBox="1"/>
          <p:nvPr/>
        </p:nvSpPr>
        <p:spPr>
          <a:xfrm rot="19634656">
            <a:off x="957263" y="4984750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142899533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69584091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8" imgW="360" imgH="360" progId="TCLayout.ActiveDocument.1">
                  <p:embed/>
                </p:oleObj>
              </mc:Choice>
              <mc:Fallback>
                <p:oleObj name="think-cell Slide" r:id="rId28" imgW="360" imgH="360" progId="TCLayout.ActiveDocument.1">
                  <p:embed/>
                  <p:pic>
                    <p:nvPicPr>
                      <p:cNvPr id="0" name="Picture 10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Tre vertikale kasser</a:t>
            </a:r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97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98" name="Rektangel 97"/>
          <p:cNvSpPr/>
          <p:nvPr/>
        </p:nvSpPr>
        <p:spPr bwMode="auto">
          <a:xfrm>
            <a:off x="467544" y="1782571"/>
            <a:ext cx="2664296" cy="4350747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dirty="0"/>
              <a:t>[ Text ]</a:t>
            </a:r>
            <a:endParaRPr lang="da-DK" sz="1000" baseline="0" dirty="0"/>
          </a:p>
        </p:txBody>
      </p:sp>
      <p:sp>
        <p:nvSpPr>
          <p:cNvPr id="99" name="Rektangel 98"/>
          <p:cNvSpPr/>
          <p:nvPr/>
        </p:nvSpPr>
        <p:spPr bwMode="auto">
          <a:xfrm>
            <a:off x="467544" y="1600478"/>
            <a:ext cx="2664296" cy="42826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  <a:endParaRPr lang="da-DK" sz="1200" dirty="0">
              <a:solidFill>
                <a:schemeClr val="bg1"/>
              </a:solidFill>
            </a:endParaRPr>
          </a:p>
        </p:txBody>
      </p:sp>
      <p:sp>
        <p:nvSpPr>
          <p:cNvPr id="115" name="Tekstboks 114"/>
          <p:cNvSpPr txBox="1"/>
          <p:nvPr/>
        </p:nvSpPr>
        <p:spPr>
          <a:xfrm>
            <a:off x="516632" y="5973322"/>
            <a:ext cx="2844316" cy="1199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/>
              <a:t>Note: [ Add notes ]</a:t>
            </a:r>
          </a:p>
        </p:txBody>
      </p:sp>
      <p:grpSp>
        <p:nvGrpSpPr>
          <p:cNvPr id="2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47" name="Rektangel 46"/>
          <p:cNvSpPr/>
          <p:nvPr/>
        </p:nvSpPr>
        <p:spPr bwMode="auto">
          <a:xfrm>
            <a:off x="3325282" y="1782571"/>
            <a:ext cx="2664296" cy="4350747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dirty="0"/>
              <a:t>[ Text ]</a:t>
            </a:r>
            <a:endParaRPr lang="da-DK" sz="1000" baseline="0" dirty="0"/>
          </a:p>
        </p:txBody>
      </p:sp>
      <p:sp>
        <p:nvSpPr>
          <p:cNvPr id="48" name="Rektangel 47"/>
          <p:cNvSpPr/>
          <p:nvPr/>
        </p:nvSpPr>
        <p:spPr bwMode="auto">
          <a:xfrm>
            <a:off x="3325282" y="1600478"/>
            <a:ext cx="2664296" cy="42826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  <a:endParaRPr lang="da-DK" sz="1200" dirty="0">
              <a:solidFill>
                <a:schemeClr val="bg1"/>
              </a:solidFill>
            </a:endParaRPr>
          </a:p>
        </p:txBody>
      </p:sp>
      <p:sp>
        <p:nvSpPr>
          <p:cNvPr id="46" name="Tekstboks 45"/>
          <p:cNvSpPr txBox="1"/>
          <p:nvPr/>
        </p:nvSpPr>
        <p:spPr>
          <a:xfrm>
            <a:off x="3374370" y="5973322"/>
            <a:ext cx="2844316" cy="1199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/>
              <a:t>Note: [ Add notes ]</a:t>
            </a:r>
          </a:p>
        </p:txBody>
      </p:sp>
      <p:sp>
        <p:nvSpPr>
          <p:cNvPr id="52" name="Rektangel 51"/>
          <p:cNvSpPr/>
          <p:nvPr/>
        </p:nvSpPr>
        <p:spPr bwMode="auto">
          <a:xfrm>
            <a:off x="6143092" y="1782571"/>
            <a:ext cx="2664296" cy="4350747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dirty="0"/>
              <a:t>[ Text ]</a:t>
            </a:r>
            <a:endParaRPr lang="da-DK" sz="1000" baseline="0" dirty="0"/>
          </a:p>
        </p:txBody>
      </p:sp>
      <p:sp>
        <p:nvSpPr>
          <p:cNvPr id="53" name="Rektangel 52"/>
          <p:cNvSpPr/>
          <p:nvPr/>
        </p:nvSpPr>
        <p:spPr bwMode="auto">
          <a:xfrm>
            <a:off x="6143092" y="1600478"/>
            <a:ext cx="2664296" cy="42826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  <a:endParaRPr lang="da-DK" sz="1200" dirty="0">
              <a:solidFill>
                <a:schemeClr val="bg1"/>
              </a:solidFill>
            </a:endParaRPr>
          </a:p>
        </p:txBody>
      </p:sp>
      <p:sp>
        <p:nvSpPr>
          <p:cNvPr id="51" name="Tekstboks 50"/>
          <p:cNvSpPr txBox="1"/>
          <p:nvPr/>
        </p:nvSpPr>
        <p:spPr>
          <a:xfrm>
            <a:off x="6192180" y="5973322"/>
            <a:ext cx="2844316" cy="1199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/>
              <a:t>Note: [ Add notes ]</a:t>
            </a:r>
          </a:p>
        </p:txBody>
      </p:sp>
      <p:cxnSp>
        <p:nvCxnSpPr>
          <p:cNvPr id="54" name="Lige forbindelse 53"/>
          <p:cNvCxnSpPr/>
          <p:nvPr>
            <p:custDataLst>
              <p:tags r:id="rId3"/>
            </p:custDataLst>
          </p:nvPr>
        </p:nvCxnSpPr>
        <p:spPr bwMode="auto">
          <a:xfrm flipV="1">
            <a:off x="1238250" y="2724150"/>
            <a:ext cx="352425" cy="3238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55" name="Lige forbindelse 54"/>
          <p:cNvCxnSpPr/>
          <p:nvPr>
            <p:custDataLst>
              <p:tags r:id="rId4"/>
            </p:custDataLst>
          </p:nvPr>
        </p:nvCxnSpPr>
        <p:spPr bwMode="auto">
          <a:xfrm flipV="1">
            <a:off x="2028825" y="2419350"/>
            <a:ext cx="352425" cy="3048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56" name="Objekt 55"/>
          <p:cNvGraphicFramePr>
            <a:graphicFrameLocks/>
          </p:cNvGraphicFramePr>
          <p:nvPr>
            <p:custDataLst>
              <p:tags r:id="rId5"/>
            </p:custDataLst>
            <p:extLst>
              <p:ext uri="{D42A27DB-BD31-4B8C-83A1-F6EECF244321}">
                <p14:modId xmlns:p14="http://schemas.microsoft.com/office/powerpoint/2010/main" val="1507299807"/>
              </p:ext>
            </p:extLst>
          </p:nvPr>
        </p:nvGraphicFramePr>
        <p:xfrm>
          <a:off x="495299" y="2095500"/>
          <a:ext cx="2619392" cy="167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gram" r:id="rId30" imgW="2619392" imgH="1676400" progId="MSGraph.Chart.8">
                  <p:embed followColorScheme="full"/>
                </p:oleObj>
              </mc:Choice>
              <mc:Fallback>
                <p:oleObj name="Diagram" r:id="rId30" imgW="2619392" imgH="1676400" progId="MSGraph.Chart.8">
                  <p:embed followColorScheme="full"/>
                  <p:pic>
                    <p:nvPicPr>
                      <p:cNvPr id="0" name="Picture 103"/>
                      <p:cNvPicPr>
                        <a:picLocks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5299" y="2095500"/>
                        <a:ext cx="2619392" cy="1676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7" name="Lige forbindelse 56"/>
          <p:cNvCxnSpPr/>
          <p:nvPr>
            <p:custDataLst>
              <p:tags r:id="rId6"/>
            </p:custDataLst>
          </p:nvPr>
        </p:nvCxnSpPr>
        <p:spPr bwMode="auto">
          <a:xfrm flipV="1">
            <a:off x="1014413" y="2009775"/>
            <a:ext cx="1590675" cy="628650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58" name="Rektangel 57"/>
          <p:cNvSpPr/>
          <p:nvPr>
            <p:custDataLst>
              <p:tags r:id="rId7"/>
            </p:custDataLst>
          </p:nvPr>
        </p:nvSpPr>
        <p:spPr bwMode="auto">
          <a:xfrm>
            <a:off x="862013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95325C97-10D6-4034-83C5-11EF445BD48C}" type="datetime'''''''''''''''''''''''''''''''2''''''''''''''''''''''0''1''4'">
              <a:rPr lang="en-US" sz="900"/>
              <a:pPr algn="ctr"/>
              <a:t>2014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59" name="Rektangel 58"/>
          <p:cNvSpPr/>
          <p:nvPr>
            <p:custDataLst>
              <p:tags r:id="rId8"/>
            </p:custDataLst>
          </p:nvPr>
        </p:nvSpPr>
        <p:spPr bwMode="auto">
          <a:xfrm>
            <a:off x="1657350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F2B12F78-4747-4E7A-8CA8-4390350B83D8}" type="datetime'''''''''''''''2''''''''0''''''''''''''''15'''''''''''''''''''">
              <a:rPr lang="en-US" sz="900"/>
              <a:pPr algn="ctr"/>
              <a:t>2015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60" name="Rektangel 59"/>
          <p:cNvSpPr/>
          <p:nvPr>
            <p:custDataLst>
              <p:tags r:id="rId9"/>
            </p:custDataLst>
          </p:nvPr>
        </p:nvSpPr>
        <p:spPr bwMode="auto">
          <a:xfrm>
            <a:off x="2452688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27CFA869-BEFD-4AD3-97AD-94C9C3DFE082}" type="datetime'''''2''''''01''''''''''''''''6'">
              <a:rPr lang="en-US" sz="900"/>
              <a:pPr algn="ctr"/>
              <a:t>2016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61" name="Ellipse 60"/>
          <p:cNvSpPr/>
          <p:nvPr>
            <p:custDataLst>
              <p:tags r:id="rId10"/>
            </p:custDataLst>
          </p:nvPr>
        </p:nvSpPr>
        <p:spPr bwMode="auto">
          <a:xfrm>
            <a:off x="1362075" y="2187575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11F3B50D-1E73-4A70-9E8A-6858CF164FA1}" type="datetime'''+''''''''''''''''''4''''''''''1%''''''''''''''''''''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62" name="Tekstboks 61"/>
          <p:cNvSpPr txBox="1"/>
          <p:nvPr/>
        </p:nvSpPr>
        <p:spPr>
          <a:xfrm>
            <a:off x="594184" y="2065784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/>
              <a:t>[ Chart title ]</a:t>
            </a:r>
          </a:p>
        </p:txBody>
      </p:sp>
      <p:sp>
        <p:nvSpPr>
          <p:cNvPr id="63" name="Tekstfelt 55"/>
          <p:cNvSpPr txBox="1"/>
          <p:nvPr/>
        </p:nvSpPr>
        <p:spPr>
          <a:xfrm rot="19634656">
            <a:off x="747713" y="268817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cxnSp>
        <p:nvCxnSpPr>
          <p:cNvPr id="64" name="Lige forbindelse 63"/>
          <p:cNvCxnSpPr/>
          <p:nvPr>
            <p:custDataLst>
              <p:tags r:id="rId11"/>
            </p:custDataLst>
          </p:nvPr>
        </p:nvCxnSpPr>
        <p:spPr bwMode="auto">
          <a:xfrm flipV="1">
            <a:off x="4057650" y="2714625"/>
            <a:ext cx="352425" cy="3238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65" name="Lige forbindelse 64"/>
          <p:cNvCxnSpPr/>
          <p:nvPr>
            <p:custDataLst>
              <p:tags r:id="rId12"/>
            </p:custDataLst>
          </p:nvPr>
        </p:nvCxnSpPr>
        <p:spPr bwMode="auto">
          <a:xfrm flipV="1">
            <a:off x="4857750" y="2409825"/>
            <a:ext cx="352425" cy="3048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66" name="Objekt 65"/>
          <p:cNvGraphicFramePr>
            <a:graphicFrameLocks/>
          </p:cNvGraphicFramePr>
          <p:nvPr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702452298"/>
              </p:ext>
            </p:extLst>
          </p:nvPr>
        </p:nvGraphicFramePr>
        <p:xfrm>
          <a:off x="3314701" y="2095500"/>
          <a:ext cx="2628833" cy="166694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gram" r:id="rId32" imgW="2628833" imgH="1666943" progId="MSGraph.Chart.8">
                  <p:embed followColorScheme="full"/>
                </p:oleObj>
              </mc:Choice>
              <mc:Fallback>
                <p:oleObj name="Diagram" r:id="rId32" imgW="2628833" imgH="1666943" progId="MSGraph.Chart.8">
                  <p:embed followColorScheme="full"/>
                  <p:pic>
                    <p:nvPicPr>
                      <p:cNvPr id="0" name="Picture 104"/>
                      <p:cNvPicPr>
                        <a:picLocks noChangeArrowheads="1"/>
                      </p:cNvPicPr>
                      <p:nvPr/>
                    </p:nvPicPr>
                    <p:blipFill>
                      <a:blip r:embed="rId3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14701" y="2095500"/>
                        <a:ext cx="2628833" cy="166694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7" name="Lige forbindelse 66"/>
          <p:cNvCxnSpPr/>
          <p:nvPr>
            <p:custDataLst>
              <p:tags r:id="rId14"/>
            </p:custDataLst>
          </p:nvPr>
        </p:nvCxnSpPr>
        <p:spPr bwMode="auto">
          <a:xfrm flipV="1">
            <a:off x="3833813" y="2000250"/>
            <a:ext cx="1600200" cy="628650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68" name="Rektangel 67"/>
          <p:cNvSpPr/>
          <p:nvPr>
            <p:custDataLst>
              <p:tags r:id="rId15"/>
            </p:custDataLst>
          </p:nvPr>
        </p:nvSpPr>
        <p:spPr bwMode="auto">
          <a:xfrm>
            <a:off x="3681413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18FB085-4184-402C-B9EE-A612A9B49364}" type="datetime'''''''''''''''2''''''''0''1''4'''''''''''''''''''''''''''">
              <a:rPr lang="en-US" sz="900"/>
              <a:pPr algn="ctr"/>
              <a:t>2014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69" name="Rektangel 68"/>
          <p:cNvSpPr/>
          <p:nvPr>
            <p:custDataLst>
              <p:tags r:id="rId16"/>
            </p:custDataLst>
          </p:nvPr>
        </p:nvSpPr>
        <p:spPr bwMode="auto">
          <a:xfrm>
            <a:off x="4481513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54468FC1-8CCD-4346-9F23-EF40B18F7E32}" type="datetime'''2''''''''''''''''''''0''''''15'''''''''''''''''">
              <a:rPr lang="en-US" sz="900"/>
              <a:pPr algn="ctr"/>
              <a:t>2015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70" name="Rektangel 69"/>
          <p:cNvSpPr/>
          <p:nvPr>
            <p:custDataLst>
              <p:tags r:id="rId17"/>
            </p:custDataLst>
          </p:nvPr>
        </p:nvSpPr>
        <p:spPr bwMode="auto">
          <a:xfrm>
            <a:off x="5281613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EEB58DAB-C8AF-4AB9-AB34-42E96DB1F3D6}" type="datetime'''''''''''''''''''''''''2''''''0''''''1''''''''''''''''6'''''">
              <a:rPr lang="en-US" sz="900"/>
              <a:pPr algn="ctr"/>
              <a:t>2016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71" name="Ellipse 70"/>
          <p:cNvSpPr/>
          <p:nvPr>
            <p:custDataLst>
              <p:tags r:id="rId18"/>
            </p:custDataLst>
          </p:nvPr>
        </p:nvSpPr>
        <p:spPr bwMode="auto">
          <a:xfrm>
            <a:off x="4186238" y="2178050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9F4B27D9-DD55-4C59-866A-A24DE9A6027A}" type="datetime'''''''''''''''''+''''''4''''''''1%''''''''''''''''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72" name="Tekstboks 71"/>
          <p:cNvSpPr txBox="1"/>
          <p:nvPr/>
        </p:nvSpPr>
        <p:spPr>
          <a:xfrm>
            <a:off x="3419475" y="2060575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/>
              <a:t>[ Chart title ]</a:t>
            </a:r>
          </a:p>
        </p:txBody>
      </p:sp>
      <p:sp>
        <p:nvSpPr>
          <p:cNvPr id="73" name="Tekstfelt 55"/>
          <p:cNvSpPr txBox="1"/>
          <p:nvPr/>
        </p:nvSpPr>
        <p:spPr>
          <a:xfrm rot="19634656">
            <a:off x="3230195" y="268817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cxnSp>
        <p:nvCxnSpPr>
          <p:cNvPr id="74" name="Lige forbindelse 73"/>
          <p:cNvCxnSpPr/>
          <p:nvPr>
            <p:custDataLst>
              <p:tags r:id="rId19"/>
            </p:custDataLst>
          </p:nvPr>
        </p:nvCxnSpPr>
        <p:spPr bwMode="auto">
          <a:xfrm flipV="1">
            <a:off x="6943725" y="2714625"/>
            <a:ext cx="352425" cy="3238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75" name="Lige forbindelse 74"/>
          <p:cNvCxnSpPr/>
          <p:nvPr>
            <p:custDataLst>
              <p:tags r:id="rId20"/>
            </p:custDataLst>
          </p:nvPr>
        </p:nvCxnSpPr>
        <p:spPr bwMode="auto">
          <a:xfrm flipV="1">
            <a:off x="7734300" y="2409825"/>
            <a:ext cx="352425" cy="3048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76" name="Objekt 75"/>
          <p:cNvGraphicFramePr>
            <a:graphicFrameLocks/>
          </p:cNvGraphicFramePr>
          <p:nvPr>
            <p:custDataLst>
              <p:tags r:id="rId21"/>
            </p:custDataLst>
            <p:extLst>
              <p:ext uri="{D42A27DB-BD31-4B8C-83A1-F6EECF244321}">
                <p14:modId xmlns:p14="http://schemas.microsoft.com/office/powerpoint/2010/main" val="1811791822"/>
              </p:ext>
            </p:extLst>
          </p:nvPr>
        </p:nvGraphicFramePr>
        <p:xfrm>
          <a:off x="6210300" y="2095500"/>
          <a:ext cx="2609951" cy="166694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gram" r:id="rId34" imgW="2609951" imgH="1666943" progId="MSGraph.Chart.8">
                  <p:embed followColorScheme="full"/>
                </p:oleObj>
              </mc:Choice>
              <mc:Fallback>
                <p:oleObj name="Diagram" r:id="rId34" imgW="2609951" imgH="1666943" progId="MSGraph.Chart.8">
                  <p:embed followColorScheme="full"/>
                  <p:pic>
                    <p:nvPicPr>
                      <p:cNvPr id="0" name="Picture 105"/>
                      <p:cNvPicPr>
                        <a:picLocks noChangeArrowheads="1"/>
                      </p:cNvPicPr>
                      <p:nvPr/>
                    </p:nvPicPr>
                    <p:blipFill>
                      <a:blip r:embed="rId3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10300" y="2095500"/>
                        <a:ext cx="2609951" cy="166694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77" name="Lige forbindelse 76"/>
          <p:cNvCxnSpPr/>
          <p:nvPr>
            <p:custDataLst>
              <p:tags r:id="rId22"/>
            </p:custDataLst>
          </p:nvPr>
        </p:nvCxnSpPr>
        <p:spPr bwMode="auto">
          <a:xfrm flipV="1">
            <a:off x="6719888" y="2000250"/>
            <a:ext cx="1590675" cy="628650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78" name="Rektangel 77"/>
          <p:cNvSpPr/>
          <p:nvPr>
            <p:custDataLst>
              <p:tags r:id="rId23"/>
            </p:custDataLst>
          </p:nvPr>
        </p:nvSpPr>
        <p:spPr bwMode="auto">
          <a:xfrm>
            <a:off x="6567488" y="37623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B571349F-0ACF-4CF6-B379-EAE1FE90DA50}" type="datetime'''''''''''''''''''''''''''''''''''2''''''''''0''1''''''4'''''">
              <a:rPr lang="en-US" sz="900"/>
              <a:pPr algn="ctr"/>
              <a:t>2014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79" name="Rektangel 78"/>
          <p:cNvSpPr/>
          <p:nvPr>
            <p:custDataLst>
              <p:tags r:id="rId24"/>
            </p:custDataLst>
          </p:nvPr>
        </p:nvSpPr>
        <p:spPr bwMode="auto">
          <a:xfrm>
            <a:off x="7362825" y="37623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46E32B8D-EC65-4AB3-993D-729D736E8F91}" type="datetime'2''0''1''''''''''''''5'''''''''''''''''''''''''''''''''">
              <a:rPr lang="en-US" sz="900"/>
              <a:pPr algn="ctr"/>
              <a:t>2015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80" name="Rektangel 79"/>
          <p:cNvSpPr/>
          <p:nvPr>
            <p:custDataLst>
              <p:tags r:id="rId25"/>
            </p:custDataLst>
          </p:nvPr>
        </p:nvSpPr>
        <p:spPr bwMode="auto">
          <a:xfrm>
            <a:off x="8158163" y="37623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C5401CC1-ECBD-43BD-A54B-E7D51296E55E}" type="datetime'''2''''''''''''''''01''''''''''''''''6'''''''''''''''">
              <a:rPr lang="en-US" sz="900"/>
              <a:pPr algn="ctr"/>
              <a:t>2016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81" name="Ellipse 80"/>
          <p:cNvSpPr/>
          <p:nvPr>
            <p:custDataLst>
              <p:tags r:id="rId26"/>
            </p:custDataLst>
          </p:nvPr>
        </p:nvSpPr>
        <p:spPr bwMode="auto">
          <a:xfrm>
            <a:off x="7067550" y="2178050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87944587-AD2F-4A1E-A71B-745EFDDE6ED2}" type="datetime'+''''''''''''''''''''''''''''4''''''''''''''1''%''''''''''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82" name="Tekstboks 81"/>
          <p:cNvSpPr txBox="1"/>
          <p:nvPr/>
        </p:nvSpPr>
        <p:spPr>
          <a:xfrm>
            <a:off x="6296025" y="2054225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/>
              <a:t>[ Chart title ]</a:t>
            </a:r>
          </a:p>
        </p:txBody>
      </p:sp>
      <p:sp>
        <p:nvSpPr>
          <p:cNvPr id="83" name="Tekstfelt 55"/>
          <p:cNvSpPr txBox="1"/>
          <p:nvPr/>
        </p:nvSpPr>
        <p:spPr>
          <a:xfrm rot="19634656">
            <a:off x="6107113" y="268128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177586074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e 23"/>
          <p:cNvGrpSpPr/>
          <p:nvPr/>
        </p:nvGrpSpPr>
        <p:grpSpPr>
          <a:xfrm>
            <a:off x="899592" y="1585351"/>
            <a:ext cx="4032448" cy="1519200"/>
            <a:chOff x="755577" y="1556792"/>
            <a:chExt cx="2592287" cy="2155474"/>
          </a:xfrm>
          <a:noFill/>
          <a:effectLst/>
        </p:grpSpPr>
        <p:sp>
          <p:nvSpPr>
            <p:cNvPr id="11" name="Pentagon 10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sp>
          <p:nvSpPr>
            <p:cNvPr id="13" name="Rektangel 12"/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1100" b="1" dirty="0"/>
                <a:t>[ Heading ]</a:t>
              </a:r>
              <a:endParaRPr kumimoji="0" lang="da-DK" sz="1100" b="1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5" name="Gruppe 23"/>
          <p:cNvGrpSpPr/>
          <p:nvPr/>
        </p:nvGrpSpPr>
        <p:grpSpPr>
          <a:xfrm>
            <a:off x="899592" y="3169526"/>
            <a:ext cx="4032448" cy="1519199"/>
            <a:chOff x="755577" y="1556792"/>
            <a:chExt cx="2592287" cy="2155474"/>
          </a:xfrm>
          <a:noFill/>
          <a:effectLst/>
        </p:grpSpPr>
        <p:sp>
          <p:nvSpPr>
            <p:cNvPr id="27" name="Pentagon 26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sp>
          <p:nvSpPr>
            <p:cNvPr id="29" name="Rektangel 28"/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1100" b="1" dirty="0"/>
                <a:t>[ Heading ]</a:t>
              </a:r>
              <a:endParaRPr kumimoji="0" lang="da-DK" sz="1100" b="1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28" name="Lige forbindelse 27"/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6" name="Gruppe 23"/>
          <p:cNvGrpSpPr/>
          <p:nvPr/>
        </p:nvGrpSpPr>
        <p:grpSpPr>
          <a:xfrm>
            <a:off x="899592" y="4753703"/>
            <a:ext cx="4032448" cy="1519584"/>
            <a:chOff x="755577" y="1556792"/>
            <a:chExt cx="2592287" cy="2155474"/>
          </a:xfrm>
          <a:noFill/>
          <a:effectLst/>
        </p:grpSpPr>
        <p:sp>
          <p:nvSpPr>
            <p:cNvPr id="32" name="Pentagon 31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/>
            </a:p>
          </p:txBody>
        </p:sp>
        <p:sp>
          <p:nvSpPr>
            <p:cNvPr id="34" name="Rektangel 33"/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1100" b="1" dirty="0"/>
                <a:t>[ Heading ]</a:t>
              </a:r>
              <a:endParaRPr kumimoji="0" lang="da-DK" sz="1100" b="1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33" name="Lige forbindelse 32"/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9" name="Objekt 8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3" name="Rektangel 42" hidden="1"/>
          <p:cNvSpPr/>
          <p:nvPr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endParaRPr kumimoji="0" lang="da-DK" sz="1000" u="none" strike="noStrike" cap="none" normalizeH="0" dirty="0" err="1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Rektangel 6"/>
          <p:cNvSpPr/>
          <p:nvPr/>
        </p:nvSpPr>
        <p:spPr bwMode="auto">
          <a:xfrm>
            <a:off x="5076056" y="1772205"/>
            <a:ext cx="3816424" cy="4501083"/>
          </a:xfrm>
          <a:prstGeom prst="rect">
            <a:avLst/>
          </a:prstGeom>
          <a:noFill/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54000" rIns="36000" bIns="54000" numCol="1" rtlCol="0" anchor="t" anchorCtr="0" compatLnSpc="1">
            <a:prstTxWarp prst="textNoShape">
              <a:avLst/>
            </a:prstTxWarp>
          </a:bodyPr>
          <a:lstStyle/>
          <a:p>
            <a:pPr marL="176213" indent="-176213" defTabSz="652463">
              <a:buFont typeface="Wingdings" pitchFamily="2" charset="2"/>
              <a:buChar char="§"/>
              <a:defRPr/>
            </a:pPr>
            <a:endParaRPr lang="da-DK" sz="600" dirty="0">
              <a:solidFill>
                <a:srgbClr val="000000"/>
              </a:solidFill>
            </a:endParaRPr>
          </a:p>
          <a:p>
            <a:pPr marL="176213" indent="-176213" defTabSz="652463">
              <a:defRPr/>
            </a:pPr>
            <a:endParaRPr lang="da-DK" sz="950" dirty="0">
              <a:solidFill>
                <a:srgbClr val="000000"/>
              </a:solidFill>
            </a:endParaRPr>
          </a:p>
          <a:p>
            <a:pPr marL="176213" indent="-176213" defTabSz="652463">
              <a:defRPr/>
            </a:pPr>
            <a:r>
              <a:rPr lang="en-US" sz="950" b="1" dirty="0">
                <a:solidFill>
                  <a:srgbClr val="000000"/>
                </a:solidFill>
              </a:rPr>
              <a:t>[ Heading ]</a:t>
            </a:r>
          </a:p>
          <a:p>
            <a:pPr marL="176213" indent="-176213" defTabSz="652463">
              <a:buFont typeface="Wingdings" pitchFamily="2" charset="2"/>
              <a:buChar char="§"/>
              <a:defRPr/>
            </a:pPr>
            <a:r>
              <a:rPr lang="en-US" sz="950" dirty="0">
                <a:solidFill>
                  <a:srgbClr val="000000"/>
                </a:solidFill>
              </a:rPr>
              <a:t>[ Bullet ]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5076056" y="1585351"/>
            <a:ext cx="3816424" cy="43946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100" b="1" dirty="0">
                <a:solidFill>
                  <a:schemeClr val="bg1"/>
                </a:solidFill>
              </a:rPr>
              <a:t>[ Heading, up to two lines ]</a:t>
            </a:r>
            <a:endParaRPr lang="da-DK" sz="1100" b="1" dirty="0">
              <a:solidFill>
                <a:schemeClr val="bg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424862" cy="762000"/>
          </a:xfrm>
          <a:noFill/>
        </p:spPr>
        <p:txBody>
          <a:bodyPr/>
          <a:lstStyle/>
          <a:p>
            <a:r>
              <a:rPr lang="da-DK" dirty="0"/>
              <a:t>Tre kasser med pile mod én grå kasse</a:t>
            </a:r>
            <a:endParaRPr lang="da-DK" sz="2000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98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37" name="Ellipse 36"/>
          <p:cNvSpPr/>
          <p:nvPr/>
        </p:nvSpPr>
        <p:spPr bwMode="auto">
          <a:xfrm>
            <a:off x="755576" y="1556792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1</a:t>
            </a:r>
          </a:p>
        </p:txBody>
      </p:sp>
      <p:sp>
        <p:nvSpPr>
          <p:cNvPr id="38" name="Ellipse 37"/>
          <p:cNvSpPr/>
          <p:nvPr/>
        </p:nvSpPr>
        <p:spPr bwMode="auto">
          <a:xfrm>
            <a:off x="755576" y="3140968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a-DK" sz="1200" b="1" dirty="0">
                <a:solidFill>
                  <a:schemeClr val="bg1"/>
                </a:solidFill>
              </a:rPr>
              <a:t>2</a:t>
            </a:r>
            <a:endParaRPr kumimoji="0" lang="da-DK" sz="12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sp>
        <p:nvSpPr>
          <p:cNvPr id="39" name="Ellipse 38"/>
          <p:cNvSpPr/>
          <p:nvPr/>
        </p:nvSpPr>
        <p:spPr bwMode="auto">
          <a:xfrm>
            <a:off x="755576" y="4725144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3</a:t>
            </a:r>
          </a:p>
        </p:txBody>
      </p:sp>
      <p:sp>
        <p:nvSpPr>
          <p:cNvPr id="44" name="Tekstboks 43"/>
          <p:cNvSpPr txBox="1"/>
          <p:nvPr/>
        </p:nvSpPr>
        <p:spPr>
          <a:xfrm>
            <a:off x="899592" y="3012603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en-US" sz="600" dirty="0"/>
              <a:t>Source: [ Add source ]</a:t>
            </a:r>
          </a:p>
        </p:txBody>
      </p:sp>
      <p:sp>
        <p:nvSpPr>
          <p:cNvPr id="164" name="Tekstboks 163"/>
          <p:cNvSpPr txBox="1"/>
          <p:nvPr/>
        </p:nvSpPr>
        <p:spPr>
          <a:xfrm>
            <a:off x="899592" y="6180955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en-US" sz="600" dirty="0"/>
              <a:t>Source: [ Add source ]</a:t>
            </a:r>
          </a:p>
        </p:txBody>
      </p:sp>
      <p:sp>
        <p:nvSpPr>
          <p:cNvPr id="128" name="Tekstboks 127"/>
          <p:cNvSpPr txBox="1"/>
          <p:nvPr/>
        </p:nvSpPr>
        <p:spPr>
          <a:xfrm>
            <a:off x="899592" y="4596779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en-US" sz="600" dirty="0"/>
              <a:t>Source: [ Add source ]</a:t>
            </a:r>
          </a:p>
        </p:txBody>
      </p:sp>
      <p:sp>
        <p:nvSpPr>
          <p:cNvPr id="10" name="Tekstfelt 9"/>
          <p:cNvSpPr txBox="1"/>
          <p:nvPr/>
        </p:nvSpPr>
        <p:spPr>
          <a:xfrm>
            <a:off x="2591370" y="5049152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en-US" sz="950" dirty="0"/>
              <a:t>[ Notes ]</a:t>
            </a:r>
          </a:p>
        </p:txBody>
      </p:sp>
      <p:sp>
        <p:nvSpPr>
          <p:cNvPr id="52" name="Tekstboks 51"/>
          <p:cNvSpPr txBox="1"/>
          <p:nvPr/>
        </p:nvSpPr>
        <p:spPr>
          <a:xfrm>
            <a:off x="899592" y="6525344"/>
            <a:ext cx="576064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/>
              <a:t>Note:  [ Add a note ]</a:t>
            </a:r>
          </a:p>
        </p:txBody>
      </p:sp>
      <p:sp>
        <p:nvSpPr>
          <p:cNvPr id="53" name="Rektangel 52"/>
          <p:cNvSpPr/>
          <p:nvPr/>
        </p:nvSpPr>
        <p:spPr bwMode="auto">
          <a:xfrm>
            <a:off x="1043608" y="5049152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Graphic or chart</a:t>
            </a:r>
          </a:p>
        </p:txBody>
      </p:sp>
      <p:sp>
        <p:nvSpPr>
          <p:cNvPr id="54" name="Tekstfelt 9"/>
          <p:cNvSpPr txBox="1"/>
          <p:nvPr/>
        </p:nvSpPr>
        <p:spPr>
          <a:xfrm>
            <a:off x="2591370" y="3464976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en-US" sz="950" dirty="0"/>
              <a:t>[ Notes ]</a:t>
            </a:r>
          </a:p>
        </p:txBody>
      </p:sp>
      <p:sp>
        <p:nvSpPr>
          <p:cNvPr id="55" name="Rektangel 54"/>
          <p:cNvSpPr/>
          <p:nvPr/>
        </p:nvSpPr>
        <p:spPr bwMode="auto">
          <a:xfrm>
            <a:off x="1043608" y="3464976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Graphic or chart</a:t>
            </a:r>
          </a:p>
        </p:txBody>
      </p:sp>
      <p:sp>
        <p:nvSpPr>
          <p:cNvPr id="56" name="Tekstfelt 9"/>
          <p:cNvSpPr txBox="1"/>
          <p:nvPr/>
        </p:nvSpPr>
        <p:spPr>
          <a:xfrm>
            <a:off x="2591370" y="1880800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en-US" sz="950" dirty="0"/>
              <a:t>[ Notes ]</a:t>
            </a:r>
          </a:p>
        </p:txBody>
      </p:sp>
      <p:sp>
        <p:nvSpPr>
          <p:cNvPr id="57" name="Rektangel 56"/>
          <p:cNvSpPr/>
          <p:nvPr/>
        </p:nvSpPr>
        <p:spPr bwMode="auto">
          <a:xfrm>
            <a:off x="1043608" y="1880800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9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Graphic or chart</a:t>
            </a:r>
          </a:p>
        </p:txBody>
      </p:sp>
      <p:grpSp>
        <p:nvGrpSpPr>
          <p:cNvPr id="35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6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41" name="Rektangel 4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i de fire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på siden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kilde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siden bruges skal det fjernes</a:t>
                </a:r>
              </a:p>
            </p:txBody>
          </p:sp>
          <p:sp>
            <p:nvSpPr>
              <p:cNvPr id="42" name="Rektangel 4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40" name="Rektangel 3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4197304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45087212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2" imgW="360" imgH="360" progId="TCLayout.ActiveDocument.1">
                  <p:embed/>
                </p:oleObj>
              </mc:Choice>
              <mc:Fallback>
                <p:oleObj name="think-cell Slide" r:id="rId12" imgW="360" imgH="360" progId="TCLayout.ActiveDocument.1">
                  <p:embed/>
                  <p:pic>
                    <p:nvPicPr>
                      <p:cNvPr id="0" name="Picture 5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21" name="Rektangel 20"/>
          <p:cNvSpPr/>
          <p:nvPr/>
        </p:nvSpPr>
        <p:spPr bwMode="auto">
          <a:xfrm>
            <a:off x="4716016" y="1664221"/>
            <a:ext cx="3708412" cy="446449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/>
              <a:t>[ Text ]</a:t>
            </a:r>
          </a:p>
        </p:txBody>
      </p:sp>
      <p:sp>
        <p:nvSpPr>
          <p:cNvPr id="2" name="Rektangel 1"/>
          <p:cNvSpPr/>
          <p:nvPr/>
        </p:nvSpPr>
        <p:spPr bwMode="auto">
          <a:xfrm>
            <a:off x="4716016" y="1477368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To vertikale kasser</a:t>
            </a:r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99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4" name="Tekstboks 3"/>
          <p:cNvSpPr txBox="1"/>
          <p:nvPr/>
        </p:nvSpPr>
        <p:spPr>
          <a:xfrm>
            <a:off x="4738598" y="5967082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/>
              <a:t>Note: [ Add notes ]</a:t>
            </a:r>
          </a:p>
        </p:txBody>
      </p:sp>
      <p:sp>
        <p:nvSpPr>
          <p:cNvPr id="98" name="Rektangel 97"/>
          <p:cNvSpPr/>
          <p:nvPr/>
        </p:nvSpPr>
        <p:spPr bwMode="auto">
          <a:xfrm>
            <a:off x="683568" y="1664221"/>
            <a:ext cx="3708412" cy="446449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dirty="0"/>
              <a:t>[ Text ]</a:t>
            </a:r>
            <a:endParaRPr lang="da-DK" sz="1000" baseline="0" dirty="0"/>
          </a:p>
        </p:txBody>
      </p:sp>
      <p:sp>
        <p:nvSpPr>
          <p:cNvPr id="99" name="Rektangel 98"/>
          <p:cNvSpPr/>
          <p:nvPr/>
        </p:nvSpPr>
        <p:spPr bwMode="auto">
          <a:xfrm>
            <a:off x="683568" y="1477367"/>
            <a:ext cx="3708412" cy="43946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  <a:endParaRPr lang="da-DK" sz="1200" dirty="0">
              <a:solidFill>
                <a:schemeClr val="bg1"/>
              </a:solidFill>
            </a:endParaRPr>
          </a:p>
        </p:txBody>
      </p:sp>
      <p:cxnSp>
        <p:nvCxnSpPr>
          <p:cNvPr id="14355" name="Lige forbindelse 14354"/>
          <p:cNvCxnSpPr/>
          <p:nvPr>
            <p:custDataLst>
              <p:tags r:id="rId3"/>
            </p:custDataLst>
          </p:nvPr>
        </p:nvCxnSpPr>
        <p:spPr bwMode="auto">
          <a:xfrm flipV="1">
            <a:off x="1638300" y="2752725"/>
            <a:ext cx="447675" cy="3619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14356" name="Lige forbindelse 14355"/>
          <p:cNvCxnSpPr/>
          <p:nvPr>
            <p:custDataLst>
              <p:tags r:id="rId4"/>
            </p:custDataLst>
          </p:nvPr>
        </p:nvCxnSpPr>
        <p:spPr bwMode="auto">
          <a:xfrm flipV="1">
            <a:off x="2638425" y="2419350"/>
            <a:ext cx="447675" cy="333375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14" name="Objekt 13"/>
          <p:cNvGraphicFramePr>
            <a:graphicFrameLocks/>
          </p:cNvGraphicFramePr>
          <p:nvPr>
            <p:custDataLst>
              <p:tags r:id="rId5"/>
            </p:custDataLst>
            <p:extLst>
              <p:ext uri="{D42A27DB-BD31-4B8C-83A1-F6EECF244321}">
                <p14:modId xmlns:p14="http://schemas.microsoft.com/office/powerpoint/2010/main" val="174566550"/>
              </p:ext>
            </p:extLst>
          </p:nvPr>
        </p:nvGraphicFramePr>
        <p:xfrm>
          <a:off x="761999" y="2095500"/>
          <a:ext cx="3228992" cy="18098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gram" r:id="rId14" imgW="3228992" imgH="1809885" progId="MSGraph.Chart.8">
                  <p:embed followColorScheme="full"/>
                </p:oleObj>
              </mc:Choice>
              <mc:Fallback>
                <p:oleObj name="Diagram" r:id="rId14" imgW="3228992" imgH="1809885" progId="MSGraph.Chart.8">
                  <p:embed followColorScheme="full"/>
                  <p:pic>
                    <p:nvPicPr>
                      <p:cNvPr id="0" name="Picture 53"/>
                      <p:cNvPicPr>
                        <a:picLocks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1999" y="2095500"/>
                        <a:ext cx="3228992" cy="180988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4354" name="Lige forbindelse 14353"/>
          <p:cNvCxnSpPr/>
          <p:nvPr>
            <p:custDataLst>
              <p:tags r:id="rId6"/>
            </p:custDataLst>
          </p:nvPr>
        </p:nvCxnSpPr>
        <p:spPr bwMode="auto">
          <a:xfrm flipV="1">
            <a:off x="1357313" y="2005013"/>
            <a:ext cx="2009775" cy="695325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16" name="Rektangel 15"/>
          <p:cNvSpPr/>
          <p:nvPr>
            <p:custDataLst>
              <p:tags r:id="rId7"/>
            </p:custDataLst>
          </p:nvPr>
        </p:nvSpPr>
        <p:spPr bwMode="auto">
          <a:xfrm>
            <a:off x="1204913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BB26EAA4-AA98-4A0A-B8EF-CC8AD49B933A}" type="datetime'2''''''''0''''''''''''''''1''''''4'''''''''''''''">
              <a:rPr lang="en-US" sz="900"/>
              <a:pPr algn="ctr"/>
              <a:t>2014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26" name="Rektangel 25"/>
          <p:cNvSpPr/>
          <p:nvPr>
            <p:custDataLst>
              <p:tags r:id="rId8"/>
            </p:custDataLst>
          </p:nvPr>
        </p:nvSpPr>
        <p:spPr bwMode="auto">
          <a:xfrm>
            <a:off x="2209800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86857E14-76D1-488B-8129-DC0B3CCD3229}" type="datetime'''''2''''''''0''''''''''''''''''''''''''1''''''''''''5'''">
              <a:rPr lang="en-US" sz="900"/>
              <a:pPr algn="ctr"/>
              <a:t>2015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36" name="Rektangel 14335"/>
          <p:cNvSpPr/>
          <p:nvPr>
            <p:custDataLst>
              <p:tags r:id="rId9"/>
            </p:custDataLst>
          </p:nvPr>
        </p:nvSpPr>
        <p:spPr bwMode="auto">
          <a:xfrm>
            <a:off x="3214688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C1B074A-E719-4CFE-A4A3-89AFD755A6AD}" type="datetime'''''''2''''''''0''''''''''''''''''1''''''''6'''''''''''''''">
              <a:rPr lang="en-US" sz="900"/>
              <a:pPr algn="ctr"/>
              <a:t>2016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53" name="Ellipse 14352"/>
          <p:cNvSpPr/>
          <p:nvPr>
            <p:custDataLst>
              <p:tags r:id="rId10"/>
            </p:custDataLst>
          </p:nvPr>
        </p:nvSpPr>
        <p:spPr bwMode="auto">
          <a:xfrm>
            <a:off x="1914525" y="2216150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BDBA1B6C-8472-4422-B41C-C790A722B2E5}" type="datetime'''+''''''4''''''''''''''''''''1''''''''''''''''''''''''%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48" name="Tekstboks 14347"/>
          <p:cNvSpPr txBox="1"/>
          <p:nvPr/>
        </p:nvSpPr>
        <p:spPr>
          <a:xfrm>
            <a:off x="827584" y="1988840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/>
              <a:t>[ Chart title ]</a:t>
            </a:r>
          </a:p>
        </p:txBody>
      </p:sp>
      <p:sp>
        <p:nvSpPr>
          <p:cNvPr id="115" name="Tekstboks 114"/>
          <p:cNvSpPr txBox="1"/>
          <p:nvPr/>
        </p:nvSpPr>
        <p:spPr>
          <a:xfrm>
            <a:off x="719572" y="5970185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/>
              <a:t>Note: [ Add notes ]</a:t>
            </a:r>
          </a:p>
        </p:txBody>
      </p:sp>
      <p:grpSp>
        <p:nvGrpSpPr>
          <p:cNvPr id="3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34" name="Tekstfelt 55"/>
          <p:cNvSpPr txBox="1"/>
          <p:nvPr/>
        </p:nvSpPr>
        <p:spPr>
          <a:xfrm rot="19634656">
            <a:off x="1002213" y="268817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9545791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61813684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2" imgW="360" imgH="360" progId="TCLayout.ActiveDocument.1">
                  <p:embed/>
                </p:oleObj>
              </mc:Choice>
              <mc:Fallback>
                <p:oleObj name="think-cell Slide" r:id="rId12" imgW="360" imgH="360" progId="TCLayout.ActiveDocument.1">
                  <p:embed/>
                  <p:pic>
                    <p:nvPicPr>
                      <p:cNvPr id="0" name="Picture 5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2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98" name="Rektangel 97"/>
          <p:cNvSpPr/>
          <p:nvPr/>
        </p:nvSpPr>
        <p:spPr bwMode="auto">
          <a:xfrm>
            <a:off x="683568" y="1664221"/>
            <a:ext cx="7740860" cy="446449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dirty="0"/>
              <a:t>[ Text ]</a:t>
            </a:r>
            <a:endParaRPr lang="da-DK" sz="1000" baseline="0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En kasse</a:t>
            </a:r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100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99" name="Rektangel 98"/>
          <p:cNvSpPr/>
          <p:nvPr/>
        </p:nvSpPr>
        <p:spPr bwMode="auto">
          <a:xfrm>
            <a:off x="683568" y="1477367"/>
            <a:ext cx="7740860" cy="43946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  <a:endParaRPr lang="da-DK" sz="1200" dirty="0">
              <a:solidFill>
                <a:schemeClr val="bg1"/>
              </a:solidFill>
            </a:endParaRPr>
          </a:p>
        </p:txBody>
      </p:sp>
      <p:cxnSp>
        <p:nvCxnSpPr>
          <p:cNvPr id="14355" name="Lige forbindelse 14354"/>
          <p:cNvCxnSpPr/>
          <p:nvPr>
            <p:custDataLst>
              <p:tags r:id="rId3"/>
            </p:custDataLst>
          </p:nvPr>
        </p:nvCxnSpPr>
        <p:spPr bwMode="auto">
          <a:xfrm flipV="1">
            <a:off x="2771775" y="2752725"/>
            <a:ext cx="1095375" cy="3619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14356" name="Lige forbindelse 14355"/>
          <p:cNvCxnSpPr/>
          <p:nvPr>
            <p:custDataLst>
              <p:tags r:id="rId4"/>
            </p:custDataLst>
          </p:nvPr>
        </p:nvCxnSpPr>
        <p:spPr bwMode="auto">
          <a:xfrm flipV="1">
            <a:off x="5238750" y="2419350"/>
            <a:ext cx="1095375" cy="333375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14" name="Objekt 13"/>
          <p:cNvGraphicFramePr>
            <a:graphicFrameLocks/>
          </p:cNvGraphicFramePr>
          <p:nvPr>
            <p:custDataLst>
              <p:tags r:id="rId5"/>
            </p:custDataLst>
            <p:extLst>
              <p:ext uri="{D42A27DB-BD31-4B8C-83A1-F6EECF244321}">
                <p14:modId xmlns:p14="http://schemas.microsoft.com/office/powerpoint/2010/main" val="3080189636"/>
              </p:ext>
            </p:extLst>
          </p:nvPr>
        </p:nvGraphicFramePr>
        <p:xfrm>
          <a:off x="762000" y="2095500"/>
          <a:ext cx="7600849" cy="18098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gram" r:id="rId14" imgW="7600849" imgH="1809885" progId="MSGraph.Chart.8">
                  <p:embed followColorScheme="full"/>
                </p:oleObj>
              </mc:Choice>
              <mc:Fallback>
                <p:oleObj name="Diagram" r:id="rId14" imgW="7600849" imgH="1809885" progId="MSGraph.Chart.8">
                  <p:embed followColorScheme="full"/>
                  <p:pic>
                    <p:nvPicPr>
                      <p:cNvPr id="0" name="Picture 53"/>
                      <p:cNvPicPr>
                        <a:picLocks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2095500"/>
                        <a:ext cx="7600849" cy="180988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4354" name="Lige forbindelse 14353"/>
          <p:cNvCxnSpPr/>
          <p:nvPr>
            <p:custDataLst>
              <p:tags r:id="rId6"/>
            </p:custDataLst>
          </p:nvPr>
        </p:nvCxnSpPr>
        <p:spPr bwMode="auto">
          <a:xfrm flipV="1">
            <a:off x="2085975" y="2005013"/>
            <a:ext cx="4933950" cy="695325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26" name="Rektangel 25"/>
          <p:cNvSpPr/>
          <p:nvPr>
            <p:custDataLst>
              <p:tags r:id="rId7"/>
            </p:custDataLst>
          </p:nvPr>
        </p:nvSpPr>
        <p:spPr bwMode="auto">
          <a:xfrm>
            <a:off x="4400550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86857E14-76D1-488B-8129-DC0B3CCD3229}" type="datetime'''''2''''''''0''''''''''''''''''''''''''1''''''''''''5'''">
              <a:rPr lang="en-US" sz="900"/>
              <a:pPr algn="ctr"/>
              <a:t>2015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6" name="Rektangel 15"/>
          <p:cNvSpPr/>
          <p:nvPr>
            <p:custDataLst>
              <p:tags r:id="rId8"/>
            </p:custDataLst>
          </p:nvPr>
        </p:nvSpPr>
        <p:spPr bwMode="auto">
          <a:xfrm>
            <a:off x="1933575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BB26EAA4-AA98-4A0A-B8EF-CC8AD49B933A}" type="datetime'2''''''''0''''''''''''''''1''''''4'''''''''''''''">
              <a:rPr lang="en-US" sz="900"/>
              <a:pPr algn="ctr"/>
              <a:t>2014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53" name="Ellipse 14352"/>
          <p:cNvSpPr/>
          <p:nvPr>
            <p:custDataLst>
              <p:tags r:id="rId9"/>
            </p:custDataLst>
          </p:nvPr>
        </p:nvSpPr>
        <p:spPr bwMode="auto">
          <a:xfrm>
            <a:off x="4105275" y="2216150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BDBA1B6C-8472-4422-B41C-C790A722B2E5}" type="datetime'''+''''''4''''''''''''''''''''1''''''''''''''''''''''''%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36" name="Rektangel 14335"/>
          <p:cNvSpPr/>
          <p:nvPr>
            <p:custDataLst>
              <p:tags r:id="rId10"/>
            </p:custDataLst>
          </p:nvPr>
        </p:nvSpPr>
        <p:spPr bwMode="auto">
          <a:xfrm>
            <a:off x="6867525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C1B074A-E719-4CFE-A4A3-89AFD755A6AD}" type="datetime'''''''2''''''''0''''''''''''''''''1''''''''6'''''''''''''''">
              <a:rPr lang="en-US" sz="900"/>
              <a:pPr algn="ctr"/>
              <a:t>2016</a:t>
            </a:fld>
            <a:endParaRPr kumimoji="0" lang="da-DK" sz="900" strike="noStrike" cap="none" normalizeH="0" dirty="0" err="1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48" name="Tekstboks 14347"/>
          <p:cNvSpPr txBox="1"/>
          <p:nvPr/>
        </p:nvSpPr>
        <p:spPr>
          <a:xfrm>
            <a:off x="827584" y="1988840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/>
              <a:t>[ Chart title ]</a:t>
            </a:r>
          </a:p>
        </p:txBody>
      </p:sp>
      <p:sp>
        <p:nvSpPr>
          <p:cNvPr id="115" name="Tekstboks 114"/>
          <p:cNvSpPr txBox="1"/>
          <p:nvPr/>
        </p:nvSpPr>
        <p:spPr>
          <a:xfrm>
            <a:off x="719572" y="5970185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/>
              <a:t>Note: [ Add notes ]</a:t>
            </a:r>
          </a:p>
        </p:txBody>
      </p:sp>
      <p:grpSp>
        <p:nvGrpSpPr>
          <p:cNvPr id="2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34" name="Tekstfelt 55"/>
          <p:cNvSpPr txBox="1"/>
          <p:nvPr/>
        </p:nvSpPr>
        <p:spPr>
          <a:xfrm rot="19634656">
            <a:off x="1002213" y="268817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315829583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Markeringer, stempler m.m.</a:t>
            </a:r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101</a:t>
            </a:fld>
            <a:endParaRPr lang="da-DK" noProof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Markeringer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102</a:t>
            </a:fld>
            <a:endParaRPr lang="da-DK" noProof="0"/>
          </a:p>
        </p:txBody>
      </p:sp>
      <p:pic>
        <p:nvPicPr>
          <p:cNvPr id="5" name="Ink 8"/>
          <p:cNvPicPr>
            <a:picLocks noRot="1" noChangeAspect="1" noEditPoints="1" noChangeArrowheads="1" noChangeShapeType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83568" y="1628800"/>
            <a:ext cx="1470100" cy="1389698"/>
          </a:xfrm>
          <a:prstGeom prst="rect">
            <a:avLst/>
          </a:prstGeom>
        </p:spPr>
      </p:pic>
      <p:pic>
        <p:nvPicPr>
          <p:cNvPr id="7" name="Ink 5"/>
          <p:cNvPicPr>
            <a:picLocks noRot="1" noChangeAspect="1" noEditPoints="1" noChangeArrowheads="1" noChangeShapeType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683568" y="3140968"/>
            <a:ext cx="8191499" cy="1527175"/>
          </a:xfrm>
          <a:prstGeom prst="rect">
            <a:avLst/>
          </a:prstGeom>
        </p:spPr>
      </p:pic>
      <p:pic>
        <p:nvPicPr>
          <p:cNvPr id="9" name="Ink 3"/>
          <p:cNvPicPr>
            <a:picLocks noRot="1" noChangeAspect="1" noEditPoints="1" noChangeArrowheads="1" noChangeShapeType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2627784" y="1484784"/>
            <a:ext cx="3011719" cy="1364030"/>
          </a:xfrm>
          <a:prstGeom prst="rect">
            <a:avLst/>
          </a:prstGeom>
        </p:spPr>
      </p:pic>
      <p:grpSp>
        <p:nvGrpSpPr>
          <p:cNvPr id="10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1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3" name="Rektangel 1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Kopier det relevante element fra siden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Indsæt det hvor der er behov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Tilpas størrelsen</a:t>
                </a:r>
              </a:p>
            </p:txBody>
          </p:sp>
          <p:sp>
            <p:nvSpPr>
              <p:cNvPr id="14" name="Rektangel 1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2" name="Rektangel 1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Stempler og lignende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103</a:t>
            </a:fld>
            <a:endParaRPr lang="da-DK" noProof="0"/>
          </a:p>
        </p:txBody>
      </p:sp>
      <p:grpSp>
        <p:nvGrpSpPr>
          <p:cNvPr id="5" name="Group 27"/>
          <p:cNvGrpSpPr>
            <a:grpSpLocks/>
          </p:cNvGrpSpPr>
          <p:nvPr/>
        </p:nvGrpSpPr>
        <p:grpSpPr bwMode="auto">
          <a:xfrm rot="-1743360">
            <a:off x="820970" y="2068916"/>
            <a:ext cx="2017713" cy="792163"/>
            <a:chOff x="3696" y="346"/>
            <a:chExt cx="1271" cy="499"/>
          </a:xfrm>
        </p:grpSpPr>
        <p:sp>
          <p:nvSpPr>
            <p:cNvPr id="6" name="Oval 28"/>
            <p:cNvSpPr>
              <a:spLocks noChangeArrowheads="1"/>
            </p:cNvSpPr>
            <p:nvPr/>
          </p:nvSpPr>
          <p:spPr bwMode="auto">
            <a:xfrm>
              <a:off x="3696" y="346"/>
              <a:ext cx="1271" cy="499"/>
            </a:xfrm>
            <a:prstGeom prst="ellips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da-DK"/>
            </a:p>
          </p:txBody>
        </p:sp>
        <p:sp>
          <p:nvSpPr>
            <p:cNvPr id="7" name="Oval 29"/>
            <p:cNvSpPr>
              <a:spLocks noChangeArrowheads="1"/>
            </p:cNvSpPr>
            <p:nvPr/>
          </p:nvSpPr>
          <p:spPr bwMode="auto">
            <a:xfrm>
              <a:off x="3742" y="391"/>
              <a:ext cx="1179" cy="408"/>
            </a:xfrm>
            <a:prstGeom prst="ellips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sz="1800" b="1" dirty="0">
                  <a:latin typeface="Arial" charset="0"/>
                </a:rPr>
                <a:t>Confidential</a:t>
              </a:r>
              <a:endParaRPr lang="da-DK" sz="1800" b="1" dirty="0">
                <a:latin typeface="Arial" charset="0"/>
              </a:endParaRPr>
            </a:p>
          </p:txBody>
        </p:sp>
      </p:grpSp>
      <p:grpSp>
        <p:nvGrpSpPr>
          <p:cNvPr id="8" name="Group 4"/>
          <p:cNvGrpSpPr>
            <a:grpSpLocks/>
          </p:cNvGrpSpPr>
          <p:nvPr/>
        </p:nvGrpSpPr>
        <p:grpSpPr bwMode="auto">
          <a:xfrm rot="2101131">
            <a:off x="2816449" y="2136023"/>
            <a:ext cx="2017713" cy="792163"/>
            <a:chOff x="3696" y="346"/>
            <a:chExt cx="1271" cy="499"/>
          </a:xfrm>
        </p:grpSpPr>
        <p:sp>
          <p:nvSpPr>
            <p:cNvPr id="9" name="Oval 5"/>
            <p:cNvSpPr>
              <a:spLocks noChangeArrowheads="1"/>
            </p:cNvSpPr>
            <p:nvPr/>
          </p:nvSpPr>
          <p:spPr bwMode="auto">
            <a:xfrm>
              <a:off x="3696" y="346"/>
              <a:ext cx="1271" cy="499"/>
            </a:xfrm>
            <a:prstGeom prst="ellipse">
              <a:avLst/>
            </a:prstGeom>
            <a:noFill/>
            <a:ln w="57150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da-DK"/>
            </a:p>
          </p:txBody>
        </p:sp>
        <p:sp>
          <p:nvSpPr>
            <p:cNvPr id="10" name="Oval 6"/>
            <p:cNvSpPr>
              <a:spLocks noChangeArrowheads="1"/>
            </p:cNvSpPr>
            <p:nvPr/>
          </p:nvSpPr>
          <p:spPr bwMode="auto">
            <a:xfrm>
              <a:off x="3742" y="391"/>
              <a:ext cx="1179" cy="408"/>
            </a:xfrm>
            <a:prstGeom prst="ellipse">
              <a:avLst/>
            </a:prstGeom>
            <a:noFill/>
            <a:ln w="57150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sz="1800" b="1">
                  <a:solidFill>
                    <a:srgbClr val="FF3300"/>
                  </a:solidFill>
                  <a:latin typeface="Arial" charset="0"/>
                </a:rPr>
                <a:t>Draft</a:t>
              </a:r>
            </a:p>
          </p:txBody>
        </p:sp>
      </p:grpSp>
      <p:grpSp>
        <p:nvGrpSpPr>
          <p:cNvPr id="15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6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8" name="Rektangel 1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Kopier det relevante element fra siden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Indsæt det hvor der er behov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/>
                  <a:t>Tilpas størrelsen</a:t>
                </a:r>
              </a:p>
            </p:txBody>
          </p:sp>
          <p:sp>
            <p:nvSpPr>
              <p:cNvPr id="19" name="Rektangel 1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7" name="Rektangel 1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24" name="Gruppe 23"/>
          <p:cNvGrpSpPr/>
          <p:nvPr/>
        </p:nvGrpSpPr>
        <p:grpSpPr>
          <a:xfrm>
            <a:off x="6009579" y="1340768"/>
            <a:ext cx="1656184" cy="288032"/>
            <a:chOff x="6012160" y="1340768"/>
            <a:chExt cx="1656184" cy="288032"/>
          </a:xfrm>
        </p:grpSpPr>
        <p:sp>
          <p:nvSpPr>
            <p:cNvPr id="3" name="Rektangel 2"/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400" b="1" i="0" u="none" strike="noStrike" cap="none" normalizeH="0" baseline="0" dirty="0">
                  <a:ln>
                    <a:noFill/>
                  </a:ln>
                  <a:effectLst/>
                  <a:latin typeface="Verdana" pitchFamily="34" charset="0"/>
                </a:rPr>
                <a:t>Confidential</a:t>
              </a:r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1" name="Lige forbindelse 20"/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25" name="Gruppe 24"/>
          <p:cNvGrpSpPr/>
          <p:nvPr/>
        </p:nvGrpSpPr>
        <p:grpSpPr>
          <a:xfrm>
            <a:off x="6009579" y="1822514"/>
            <a:ext cx="2353157" cy="324616"/>
            <a:chOff x="6012160" y="1340768"/>
            <a:chExt cx="1656184" cy="288032"/>
          </a:xfrm>
        </p:grpSpPr>
        <p:sp>
          <p:nvSpPr>
            <p:cNvPr id="26" name="Rektangel 25"/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1400" b="1" dirty="0"/>
                <a:t>Discussion paper</a:t>
              </a:r>
              <a:endParaRPr kumimoji="0" lang="da-DK" sz="1400" b="1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27" name="Lige forbindelse 26"/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" name="Lige forbindelse 27"/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33" name="Gruppe 32"/>
          <p:cNvGrpSpPr/>
          <p:nvPr/>
        </p:nvGrpSpPr>
        <p:grpSpPr>
          <a:xfrm>
            <a:off x="6003232" y="2348880"/>
            <a:ext cx="2353157" cy="324616"/>
            <a:chOff x="6012160" y="1340768"/>
            <a:chExt cx="1656184" cy="288032"/>
          </a:xfrm>
        </p:grpSpPr>
        <p:sp>
          <p:nvSpPr>
            <p:cNvPr id="34" name="Rektangel 33"/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1400" b="1" dirty="0"/>
                <a:t>Working document</a:t>
              </a:r>
              <a:endParaRPr kumimoji="0" lang="da-DK" sz="1400" b="1" i="0" u="none" strike="noStrike" cap="none" normalizeH="0" baseline="0" dirty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35" name="Lige forbindelse 34"/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6" name="Lige forbindelse 35"/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29" name="Rektangel 28"/>
          <p:cNvSpPr/>
          <p:nvPr/>
        </p:nvSpPr>
        <p:spPr bwMode="auto">
          <a:xfrm>
            <a:off x="827584" y="3933056"/>
            <a:ext cx="6912768" cy="720080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err="1"/>
              <a:t>Kicker</a:t>
            </a:r>
            <a:r>
              <a:rPr lang="da-DK" sz="1200" dirty="0"/>
              <a:t> </a:t>
            </a:r>
            <a:r>
              <a:rPr lang="da-DK" sz="1200" dirty="0" err="1"/>
              <a:t>box</a:t>
            </a:r>
            <a:r>
              <a:rPr lang="da-DK" sz="1200" dirty="0"/>
              <a:t>: </a:t>
            </a:r>
            <a:r>
              <a:rPr lang="da-DK" sz="1200" dirty="0" err="1"/>
              <a:t>Lorem</a:t>
            </a:r>
            <a:r>
              <a:rPr lang="da-DK" sz="1200" dirty="0"/>
              <a:t> </a:t>
            </a:r>
            <a:r>
              <a:rPr lang="da-DK" sz="1200" dirty="0" err="1"/>
              <a:t>ipsum.l</a:t>
            </a:r>
            <a:r>
              <a:rPr lang="da-DK" sz="1200" dirty="0"/>
              <a:t> </a:t>
            </a:r>
            <a:r>
              <a:rPr lang="da-DK" sz="1200" dirty="0" err="1"/>
              <a:t>ælkjfa</a:t>
            </a:r>
            <a:r>
              <a:rPr lang="da-DK" sz="1200" dirty="0"/>
              <a:t> </a:t>
            </a:r>
            <a:r>
              <a:rPr lang="da-DK" sz="1200" dirty="0" err="1"/>
              <a:t>æl</a:t>
            </a:r>
            <a:r>
              <a:rPr lang="da-DK" sz="1200" dirty="0"/>
              <a:t> </a:t>
            </a:r>
            <a:r>
              <a:rPr lang="da-DK" sz="1200" dirty="0" err="1"/>
              <a:t>æl</a:t>
            </a:r>
            <a:r>
              <a:rPr lang="da-DK" sz="1200" dirty="0"/>
              <a:t> fæ </a:t>
            </a:r>
            <a:r>
              <a:rPr lang="da-DK" sz="1200" dirty="0" err="1"/>
              <a:t>ælkfa</a:t>
            </a:r>
            <a:r>
              <a:rPr lang="da-DK" sz="1200" dirty="0"/>
              <a:t> </a:t>
            </a:r>
            <a:r>
              <a:rPr lang="da-DK" sz="1200" dirty="0" err="1"/>
              <a:t>jækjfæl</a:t>
            </a:r>
            <a:r>
              <a:rPr lang="da-DK" sz="1200" dirty="0"/>
              <a:t> </a:t>
            </a:r>
            <a:r>
              <a:rPr lang="da-DK" sz="1200" dirty="0" err="1"/>
              <a:t>jfaæl</a:t>
            </a:r>
            <a:endParaRPr lang="da-DK" sz="1200" dirty="0"/>
          </a:p>
          <a:p>
            <a:endParaRPr lang="da-DK" sz="1200" dirty="0"/>
          </a:p>
          <a:p>
            <a:r>
              <a:rPr lang="en-US" sz="1200" dirty="0"/>
              <a:t>Can be up to three lines</a:t>
            </a:r>
          </a:p>
        </p:txBody>
      </p:sp>
      <p:sp>
        <p:nvSpPr>
          <p:cNvPr id="47" name="Rektangel 46"/>
          <p:cNvSpPr/>
          <p:nvPr/>
        </p:nvSpPr>
        <p:spPr bwMode="auto">
          <a:xfrm>
            <a:off x="0" y="0"/>
            <a:ext cx="9144000" cy="26064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36000" rIns="72000" bIns="54000" numCol="1" rtlCol="0" anchor="t" anchorCtr="0" compatLnSpc="1">
            <a:prstTxWarp prst="textNoShape">
              <a:avLst/>
            </a:prstTxWarp>
          </a:bodyPr>
          <a:lstStyle/>
          <a:p>
            <a:pPr defTabSz="914378"/>
            <a:r>
              <a:rPr lang="en-US" sz="1200" b="1" dirty="0"/>
              <a:t>[ Document name ] &gt; [ Current section from the contents ]</a:t>
            </a:r>
            <a:endParaRPr lang="da-DK" sz="1200" b="1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One-page templates</a:t>
            </a:r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104</a:t>
            </a:fld>
            <a:endParaRPr lang="da-DK" noProof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7ADC7-0D05-49A1-A9AF-321D651DA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8D7FBD-7987-4691-95AE-CAE5FC2F22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105</a:t>
            </a:fld>
            <a:endParaRPr lang="da-DK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CBE92A-7609-4BC5-80E8-4BB0FC97A8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3" y="2969925"/>
            <a:ext cx="6881813" cy="4462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Problem definition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47659DE-E50F-4B10-97CE-7E62F725BE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231" y="2927062"/>
            <a:ext cx="7624293" cy="844188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4C1734-4582-444D-9BFD-332F07A6160B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123161" y="4406938"/>
            <a:ext cx="1094184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People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7235842-EA10-4C3B-B8C1-7176490B5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3" y="3909257"/>
            <a:ext cx="3738328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Owner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183530D-BA63-4B24-937A-FA6CCE533A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3" y="4687132"/>
            <a:ext cx="3738328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decision makers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BCCBB83-EA46-4CEF-99CA-A86F6A1ADA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1721" y="3909257"/>
            <a:ext cx="3728801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Criteria for success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Deadlines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2DAFCAC-48A5-46D2-BE9A-F5D3202AEA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230" y="3866395"/>
            <a:ext cx="3780000" cy="682625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DC96EB2-470B-42FC-935C-7FF66B4CF4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230" y="4644270"/>
            <a:ext cx="3780000" cy="682625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05FF1C5-EC33-425D-B50E-D0DCDC3087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0523" y="3860414"/>
            <a:ext cx="3780000" cy="1460500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DFFBD36-E2BC-4A40-A0F9-3D98A8EEFA0F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23972" y="5680932"/>
            <a:ext cx="692562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Scope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0172084-151C-44EC-BF72-7C4E66A088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9093" y="5450999"/>
            <a:ext cx="3737138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In scope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43F1D49-AD54-457D-80BE-9EDD94CC3C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1719" y="5450999"/>
            <a:ext cx="3727612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Out of scope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98E6BDD-35E2-406E-85FD-78546E03A6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7421" y="5408137"/>
            <a:ext cx="3780000" cy="923416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317C450-A428-496B-8F7B-1D99FA6205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0522" y="5408137"/>
            <a:ext cx="3780000" cy="923416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1DBDB19-7B9F-4251-A019-E776A95902DA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27046" y="1793626"/>
            <a:ext cx="1286418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Context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109E208-E18A-4DBA-B122-33999ACB8A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231" y="1123340"/>
            <a:ext cx="3780000" cy="1718402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962362A-E30F-43F8-9591-CE4A31788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3" y="1174887"/>
            <a:ext cx="3738329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Need for change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Desired outcome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3F5D72A-85E0-4778-9E2D-05A670B72D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0524" y="1126398"/>
            <a:ext cx="3780000" cy="1718402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0C1D187-E798-4EAC-9730-767E7C834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1721" y="1177945"/>
            <a:ext cx="3332559" cy="8463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Facts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altLang="da-DK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Known Stakeholders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8C0F3B0-6D3D-4E7A-8F32-7087979CB512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50112" y="3163157"/>
            <a:ext cx="633141" cy="371998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Problem</a:t>
            </a:r>
          </a:p>
        </p:txBody>
      </p:sp>
    </p:spTree>
    <p:extLst>
      <p:ext uri="{BB962C8B-B14F-4D97-AF65-F5344CB8AC3E}">
        <p14:creationId xmlns:p14="http://schemas.microsoft.com/office/powerpoint/2010/main" val="288360985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04898-98EC-47F2-A888-92F0E654A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Årsplan</a:t>
            </a:r>
            <a:r>
              <a:rPr lang="en-US" dirty="0"/>
              <a:t> v1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5943F3-D264-4EA3-89D6-6BAF246BE5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106</a:t>
            </a:fld>
            <a:endParaRPr lang="da-DK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AAF0E00-8A2D-43CC-916D-28ADE2B9D8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0383094"/>
              </p:ext>
            </p:extLst>
          </p:nvPr>
        </p:nvGraphicFramePr>
        <p:xfrm>
          <a:off x="541251" y="1388468"/>
          <a:ext cx="8055060" cy="46159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55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95449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729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Q3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Q4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Q3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Q4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440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3736966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B77D2-12BE-41E3-B597-86F76D981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Bridging numbers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24BCE5-0290-4B6E-B407-32391A356D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107</a:t>
            </a:fld>
            <a:endParaRPr lang="da-DK" dirty="0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E34245B0-16DB-4116-987A-EBE246C6AC20}"/>
              </a:ext>
            </a:extLst>
          </p:cNvPr>
          <p:cNvSpPr/>
          <p:nvPr/>
        </p:nvSpPr>
        <p:spPr>
          <a:xfrm>
            <a:off x="566737" y="5967413"/>
            <a:ext cx="8017535" cy="3003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3C217FE4-74D6-4C25-B4E6-A0C4628E5039}"/>
              </a:ext>
            </a:extLst>
          </p:cNvPr>
          <p:cNvSpPr/>
          <p:nvPr/>
        </p:nvSpPr>
        <p:spPr>
          <a:xfrm>
            <a:off x="566738" y="1681163"/>
            <a:ext cx="8017535" cy="30205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9DC46403-C2F2-48AF-A858-245E0C700B1F}"/>
              </a:ext>
            </a:extLst>
          </p:cNvPr>
          <p:cNvSpPr/>
          <p:nvPr/>
        </p:nvSpPr>
        <p:spPr>
          <a:xfrm>
            <a:off x="566738" y="3822700"/>
            <a:ext cx="8017535" cy="3003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F75DDB2D-F5EB-4210-AA45-3C0C283EBDCF}"/>
              </a:ext>
            </a:extLst>
          </p:cNvPr>
          <p:cNvCxnSpPr/>
          <p:nvPr>
            <p:custDataLst>
              <p:tags r:id="rId1"/>
            </p:custDataLst>
          </p:nvPr>
        </p:nvCxnSpPr>
        <p:spPr bwMode="auto">
          <a:xfrm>
            <a:off x="3971925" y="58959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097DF43B-D677-483B-B322-6210E8AC9CCB}"/>
              </a:ext>
            </a:extLst>
          </p:cNvPr>
          <p:cNvCxnSpPr/>
          <p:nvPr>
            <p:custDataLst>
              <p:tags r:id="rId2"/>
            </p:custDataLst>
          </p:nvPr>
        </p:nvCxnSpPr>
        <p:spPr bwMode="auto">
          <a:xfrm>
            <a:off x="4207669" y="55911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24A5B36A-1C87-4F0D-9E70-6CC91B8E1533}"/>
              </a:ext>
            </a:extLst>
          </p:cNvPr>
          <p:cNvCxnSpPr/>
          <p:nvPr>
            <p:custDataLst>
              <p:tags r:id="rId3"/>
            </p:custDataLst>
          </p:nvPr>
        </p:nvCxnSpPr>
        <p:spPr bwMode="auto">
          <a:xfrm>
            <a:off x="4164806" y="52863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7DEE610E-E217-4C3D-B806-C21B982514B9}"/>
              </a:ext>
            </a:extLst>
          </p:cNvPr>
          <p:cNvCxnSpPr/>
          <p:nvPr>
            <p:custDataLst>
              <p:tags r:id="rId4"/>
            </p:custDataLst>
          </p:nvPr>
        </p:nvCxnSpPr>
        <p:spPr bwMode="auto">
          <a:xfrm>
            <a:off x="3907631" y="34480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3B42E6D1-B4CE-4B58-AED4-990A85E56406}"/>
              </a:ext>
            </a:extLst>
          </p:cNvPr>
          <p:cNvCxnSpPr/>
          <p:nvPr>
            <p:custDataLst>
              <p:tags r:id="rId5"/>
            </p:custDataLst>
          </p:nvPr>
        </p:nvCxnSpPr>
        <p:spPr bwMode="auto">
          <a:xfrm>
            <a:off x="4043363" y="4683439"/>
            <a:ext cx="0" cy="133036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235E01F1-EDB6-43C6-9358-E558C29A7C91}"/>
              </a:ext>
            </a:extLst>
          </p:cNvPr>
          <p:cNvCxnSpPr/>
          <p:nvPr>
            <p:custDataLst>
              <p:tags r:id="rId6"/>
            </p:custDataLst>
          </p:nvPr>
        </p:nvCxnSpPr>
        <p:spPr bwMode="auto">
          <a:xfrm>
            <a:off x="3871913" y="31432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CF670F7-3505-4FF4-B22A-AB92C5580892}"/>
              </a:ext>
            </a:extLst>
          </p:cNvPr>
          <p:cNvCxnSpPr/>
          <p:nvPr>
            <p:custDataLst>
              <p:tags r:id="rId7"/>
            </p:custDataLst>
          </p:nvPr>
        </p:nvCxnSpPr>
        <p:spPr bwMode="auto">
          <a:xfrm>
            <a:off x="3714750" y="19240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3546E2C7-C031-4309-9D55-6A72E5C35B6C}"/>
              </a:ext>
            </a:extLst>
          </p:cNvPr>
          <p:cNvCxnSpPr/>
          <p:nvPr>
            <p:custDataLst>
              <p:tags r:id="rId8"/>
            </p:custDataLst>
          </p:nvPr>
        </p:nvCxnSpPr>
        <p:spPr bwMode="auto">
          <a:xfrm>
            <a:off x="3864769" y="37528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B8DB105B-868D-4697-94F9-01E6BF565720}"/>
              </a:ext>
            </a:extLst>
          </p:cNvPr>
          <p:cNvCxnSpPr/>
          <p:nvPr>
            <p:custDataLst>
              <p:tags r:id="rId9"/>
            </p:custDataLst>
          </p:nvPr>
        </p:nvCxnSpPr>
        <p:spPr bwMode="auto">
          <a:xfrm>
            <a:off x="3729038" y="22288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B8C95486-9529-4F58-9C82-3A021CCC4B0A}"/>
              </a:ext>
            </a:extLst>
          </p:cNvPr>
          <p:cNvCxnSpPr/>
          <p:nvPr>
            <p:custDataLst>
              <p:tags r:id="rId10"/>
            </p:custDataLst>
          </p:nvPr>
        </p:nvCxnSpPr>
        <p:spPr bwMode="auto">
          <a:xfrm>
            <a:off x="3821906" y="25336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FD2B1435-98FF-4520-B840-CE4D0C3D7CC2}"/>
              </a:ext>
            </a:extLst>
          </p:cNvPr>
          <p:cNvCxnSpPr/>
          <p:nvPr>
            <p:custDataLst>
              <p:tags r:id="rId11"/>
            </p:custDataLst>
          </p:nvPr>
        </p:nvCxnSpPr>
        <p:spPr bwMode="auto">
          <a:xfrm>
            <a:off x="4064794" y="49815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A32ABB08-8FB7-444E-BB7A-1D25C61ED583}"/>
              </a:ext>
            </a:extLst>
          </p:cNvPr>
          <p:cNvCxnSpPr/>
          <p:nvPr>
            <p:custDataLst>
              <p:tags r:id="rId12"/>
            </p:custDataLst>
          </p:nvPr>
        </p:nvCxnSpPr>
        <p:spPr bwMode="auto">
          <a:xfrm>
            <a:off x="3886200" y="4372214"/>
            <a:ext cx="0" cy="134699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19B72C2F-A506-429D-B8AC-FDAB8686A506}"/>
              </a:ext>
            </a:extLst>
          </p:cNvPr>
          <p:cNvCxnSpPr/>
          <p:nvPr>
            <p:custDataLst>
              <p:tags r:id="rId13"/>
            </p:custDataLst>
          </p:nvPr>
        </p:nvCxnSpPr>
        <p:spPr bwMode="auto">
          <a:xfrm>
            <a:off x="3864769" y="28384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7BB3768A-D2BD-4B2A-9CCD-32090476CDAC}"/>
              </a:ext>
            </a:extLst>
          </p:cNvPr>
          <p:cNvCxnSpPr/>
          <p:nvPr>
            <p:custDataLst>
              <p:tags r:id="rId14"/>
            </p:custDataLst>
          </p:nvPr>
        </p:nvCxnSpPr>
        <p:spPr bwMode="auto">
          <a:xfrm>
            <a:off x="3864769" y="40671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B0C25610-37D7-4B44-9F5C-083DF3495639}"/>
              </a:ext>
            </a:extLst>
          </p:cNvPr>
          <p:cNvSpPr/>
          <p:nvPr>
            <p:custDataLst>
              <p:tags r:id="rId15"/>
            </p:custDataLst>
          </p:nvPr>
        </p:nvSpPr>
        <p:spPr bwMode="auto">
          <a:xfrm>
            <a:off x="3837623" y="2970002"/>
            <a:ext cx="34289" cy="179598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rgbClr val="929395"/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da-DK" sz="1200" spc="50" baseline="0" noProof="0" dirty="0" err="1">
              <a:solidFill>
                <a:schemeClr val="tx1"/>
              </a:solidFill>
            </a:endParaRPr>
          </a:p>
        </p:txBody>
      </p:sp>
      <p:graphicFrame>
        <p:nvGraphicFramePr>
          <p:cNvPr id="325" name="Object 221">
            <a:extLst>
              <a:ext uri="{FF2B5EF4-FFF2-40B4-BE49-F238E27FC236}">
                <a16:creationId xmlns:a16="http://schemas.microsoft.com/office/drawing/2014/main" id="{5C90CA6A-6AC0-4DD2-A2F7-2F6C7AD7ED97}"/>
              </a:ext>
            </a:extLst>
          </p:cNvPr>
          <p:cNvGraphicFramePr>
            <a:graphicFrameLocks/>
          </p:cNvGraphicFramePr>
          <p:nvPr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268598299"/>
              </p:ext>
            </p:extLst>
          </p:nvPr>
        </p:nvGraphicFramePr>
        <p:xfrm>
          <a:off x="1981200" y="1560510"/>
          <a:ext cx="2431202" cy="48275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3"/>
          </a:graphicData>
        </a:graphic>
      </p:graphicFrame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2147D481-BDEB-43C9-83E0-FA45FB5F2CA9}"/>
              </a:ext>
            </a:extLst>
          </p:cNvPr>
          <p:cNvCxnSpPr/>
          <p:nvPr>
            <p:custDataLst>
              <p:tags r:id="rId17"/>
            </p:custDataLst>
          </p:nvPr>
        </p:nvCxnSpPr>
        <p:spPr bwMode="auto">
          <a:xfrm>
            <a:off x="4185575" y="5511800"/>
            <a:ext cx="664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ABB7B48C-2F42-4B43-874A-A1B0488408F9}"/>
              </a:ext>
            </a:extLst>
          </p:cNvPr>
          <p:cNvCxnSpPr/>
          <p:nvPr>
            <p:custDataLst>
              <p:tags r:id="rId18"/>
            </p:custDataLst>
          </p:nvPr>
        </p:nvCxnSpPr>
        <p:spPr bwMode="auto">
          <a:xfrm>
            <a:off x="3889168" y="3368675"/>
            <a:ext cx="606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14EDF1A5-3548-4E0D-AA62-7B0155772612}"/>
              </a:ext>
            </a:extLst>
          </p:cNvPr>
          <p:cNvCxnSpPr/>
          <p:nvPr>
            <p:custDataLst>
              <p:tags r:id="rId19"/>
            </p:custDataLst>
          </p:nvPr>
        </p:nvCxnSpPr>
        <p:spPr bwMode="auto">
          <a:xfrm>
            <a:off x="3867971" y="3063875"/>
            <a:ext cx="372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08515AD9-CD94-4E14-9774-F6310E52DC54}"/>
              </a:ext>
            </a:extLst>
          </p:cNvPr>
          <p:cNvCxnSpPr/>
          <p:nvPr>
            <p:custDataLst>
              <p:tags r:id="rId20"/>
            </p:custDataLst>
          </p:nvPr>
        </p:nvCxnSpPr>
        <p:spPr bwMode="auto">
          <a:xfrm>
            <a:off x="3774399" y="2454275"/>
            <a:ext cx="1075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0DAC52D-DB45-4F8C-82F7-3E14B30C4AD2}"/>
              </a:ext>
            </a:extLst>
          </p:cNvPr>
          <p:cNvCxnSpPr/>
          <p:nvPr>
            <p:custDataLst>
              <p:tags r:id="rId21"/>
            </p:custDataLst>
          </p:nvPr>
        </p:nvCxnSpPr>
        <p:spPr bwMode="auto">
          <a:xfrm>
            <a:off x="3721465" y="2149475"/>
            <a:ext cx="431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4CEBEF5B-9435-4212-B669-0018B7960B27}"/>
              </a:ext>
            </a:extLst>
          </p:cNvPr>
          <p:cNvCxnSpPr/>
          <p:nvPr>
            <p:custDataLst>
              <p:tags r:id="rId22"/>
            </p:custDataLst>
          </p:nvPr>
        </p:nvCxnSpPr>
        <p:spPr bwMode="auto">
          <a:xfrm>
            <a:off x="3842675" y="2759075"/>
            <a:ext cx="664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BA48F7DC-7423-486E-87DB-4348694CFEF1}"/>
              </a:ext>
            </a:extLst>
          </p:cNvPr>
          <p:cNvCxnSpPr/>
          <p:nvPr>
            <p:custDataLst>
              <p:tags r:id="rId23"/>
            </p:custDataLst>
          </p:nvPr>
        </p:nvCxnSpPr>
        <p:spPr bwMode="auto">
          <a:xfrm>
            <a:off x="3874997" y="4292600"/>
            <a:ext cx="488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B9CE2338-F907-4B67-BD5E-45287C96DBB4}"/>
              </a:ext>
            </a:extLst>
          </p:cNvPr>
          <p:cNvCxnSpPr/>
          <p:nvPr>
            <p:custDataLst>
              <p:tags r:id="rId24"/>
            </p:custDataLst>
          </p:nvPr>
        </p:nvCxnSpPr>
        <p:spPr bwMode="auto">
          <a:xfrm>
            <a:off x="4053590" y="4902200"/>
            <a:ext cx="488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3DB9FB7C-EF8A-4239-8E21-F23C99321CE2}"/>
              </a:ext>
            </a:extLst>
          </p:cNvPr>
          <p:cNvCxnSpPr/>
          <p:nvPr>
            <p:custDataLst>
              <p:tags r:id="rId25"/>
            </p:custDataLst>
          </p:nvPr>
        </p:nvCxnSpPr>
        <p:spPr bwMode="auto">
          <a:xfrm>
            <a:off x="4113668" y="5207000"/>
            <a:ext cx="1133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2622304E-E29C-46E6-9687-1C360946A0FF}"/>
              </a:ext>
            </a:extLst>
          </p:cNvPr>
          <p:cNvCxnSpPr/>
          <p:nvPr>
            <p:custDataLst>
              <p:tags r:id="rId26"/>
            </p:custDataLst>
          </p:nvPr>
        </p:nvCxnSpPr>
        <p:spPr bwMode="auto">
          <a:xfrm>
            <a:off x="3847013" y="3673475"/>
            <a:ext cx="39188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 Placeholder 2">
            <a:extLst>
              <a:ext uri="{FF2B5EF4-FFF2-40B4-BE49-F238E27FC236}">
                <a16:creationId xmlns:a16="http://schemas.microsoft.com/office/drawing/2014/main" id="{FA377498-D60D-4F13-93C2-61798EFBC528}"/>
              </a:ext>
            </a:extLst>
          </p:cNvPr>
          <p:cNvSpPr>
            <a:spLocks noGrp="1"/>
          </p:cNvSpPr>
          <p:nvPr>
            <p:custDataLst>
              <p:tags r:id="rId27"/>
            </p:custDataLst>
          </p:nvPr>
        </p:nvSpPr>
        <p:spPr bwMode="auto">
          <a:xfrm>
            <a:off x="1551124" y="4193437"/>
            <a:ext cx="461033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4" name="Text Placeholder 2">
            <a:extLst>
              <a:ext uri="{FF2B5EF4-FFF2-40B4-BE49-F238E27FC236}">
                <a16:creationId xmlns:a16="http://schemas.microsoft.com/office/drawing/2014/main" id="{A530D075-261E-4AB4-9525-3D929F40675F}"/>
              </a:ext>
            </a:extLst>
          </p:cNvPr>
          <p:cNvSpPr>
            <a:spLocks noGrp="1"/>
          </p:cNvSpPr>
          <p:nvPr>
            <p:custDataLst>
              <p:tags r:id="rId28"/>
            </p:custDataLst>
          </p:nvPr>
        </p:nvSpPr>
        <p:spPr bwMode="auto">
          <a:xfrm>
            <a:off x="1194977" y="3892550"/>
            <a:ext cx="817181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5" name="Text Placeholder 2">
            <a:extLst>
              <a:ext uri="{FF2B5EF4-FFF2-40B4-BE49-F238E27FC236}">
                <a16:creationId xmlns:a16="http://schemas.microsoft.com/office/drawing/2014/main" id="{65E1CFAB-2AD6-487C-B51E-5D76FB6654A1}"/>
              </a:ext>
            </a:extLst>
          </p:cNvPr>
          <p:cNvSpPr>
            <a:spLocks noGrp="1"/>
          </p:cNvSpPr>
          <p:nvPr>
            <p:custDataLst>
              <p:tags r:id="rId29"/>
            </p:custDataLst>
          </p:nvPr>
        </p:nvSpPr>
        <p:spPr bwMode="auto">
          <a:xfrm>
            <a:off x="1609905" y="3574312"/>
            <a:ext cx="402251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6" name="Text Placeholder 2">
            <a:extLst>
              <a:ext uri="{FF2B5EF4-FFF2-40B4-BE49-F238E27FC236}">
                <a16:creationId xmlns:a16="http://schemas.microsoft.com/office/drawing/2014/main" id="{3FE6CB89-E997-49CB-AC1D-C0309F9E1159}"/>
              </a:ext>
            </a:extLst>
          </p:cNvPr>
          <p:cNvSpPr>
            <a:spLocks noGrp="1"/>
          </p:cNvSpPr>
          <p:nvPr>
            <p:custDataLst>
              <p:tags r:id="rId30"/>
            </p:custDataLst>
          </p:nvPr>
        </p:nvSpPr>
        <p:spPr bwMode="auto">
          <a:xfrm>
            <a:off x="1004800" y="5421313"/>
            <a:ext cx="1007357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7" name="Text Placeholder 2">
            <a:extLst>
              <a:ext uri="{FF2B5EF4-FFF2-40B4-BE49-F238E27FC236}">
                <a16:creationId xmlns:a16="http://schemas.microsoft.com/office/drawing/2014/main" id="{962B0406-0EBE-4B78-A743-71FD5F738762}"/>
              </a:ext>
            </a:extLst>
          </p:cNvPr>
          <p:cNvSpPr>
            <a:spLocks noGrp="1"/>
          </p:cNvSpPr>
          <p:nvPr>
            <p:custDataLst>
              <p:tags r:id="rId31"/>
            </p:custDataLst>
          </p:nvPr>
        </p:nvSpPr>
        <p:spPr bwMode="auto">
          <a:xfrm>
            <a:off x="1120058" y="4811713"/>
            <a:ext cx="892098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8" name="Text Placeholder 2">
            <a:extLst>
              <a:ext uri="{FF2B5EF4-FFF2-40B4-BE49-F238E27FC236}">
                <a16:creationId xmlns:a16="http://schemas.microsoft.com/office/drawing/2014/main" id="{245E9A06-3D86-4D51-81B8-60B7F8ECDFDD}"/>
              </a:ext>
            </a:extLst>
          </p:cNvPr>
          <p:cNvSpPr>
            <a:spLocks noGrp="1"/>
          </p:cNvSpPr>
          <p:nvPr>
            <p:custDataLst>
              <p:tags r:id="rId32"/>
            </p:custDataLst>
          </p:nvPr>
        </p:nvSpPr>
        <p:spPr bwMode="auto">
          <a:xfrm>
            <a:off x="1004800" y="3278188"/>
            <a:ext cx="1007357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9" name="Text Placeholder 2">
            <a:extLst>
              <a:ext uri="{FF2B5EF4-FFF2-40B4-BE49-F238E27FC236}">
                <a16:creationId xmlns:a16="http://schemas.microsoft.com/office/drawing/2014/main" id="{67BC2A2A-54F2-4B27-BBDC-38ED24E87097}"/>
              </a:ext>
            </a:extLst>
          </p:cNvPr>
          <p:cNvSpPr>
            <a:spLocks noGrp="1"/>
          </p:cNvSpPr>
          <p:nvPr>
            <p:custDataLst>
              <p:tags r:id="rId33"/>
            </p:custDataLst>
          </p:nvPr>
        </p:nvSpPr>
        <p:spPr bwMode="auto">
          <a:xfrm>
            <a:off x="1493495" y="2964712"/>
            <a:ext cx="518662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0" name="Text Placeholder 2">
            <a:extLst>
              <a:ext uri="{FF2B5EF4-FFF2-40B4-BE49-F238E27FC236}">
                <a16:creationId xmlns:a16="http://schemas.microsoft.com/office/drawing/2014/main" id="{C4B7F32D-CCF0-434D-9245-89161A6FD13D}"/>
              </a:ext>
            </a:extLst>
          </p:cNvPr>
          <p:cNvSpPr>
            <a:spLocks noGrp="1"/>
          </p:cNvSpPr>
          <p:nvPr>
            <p:custDataLst>
              <p:tags r:id="rId34"/>
            </p:custDataLst>
          </p:nvPr>
        </p:nvSpPr>
        <p:spPr bwMode="auto">
          <a:xfrm>
            <a:off x="1405898" y="5717437"/>
            <a:ext cx="606258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1" name="Text Placeholder 2">
            <a:extLst>
              <a:ext uri="{FF2B5EF4-FFF2-40B4-BE49-F238E27FC236}">
                <a16:creationId xmlns:a16="http://schemas.microsoft.com/office/drawing/2014/main" id="{520DCC30-6B4D-4F91-BD12-145E95D6CC2A}"/>
              </a:ext>
            </a:extLst>
          </p:cNvPr>
          <p:cNvSpPr>
            <a:spLocks noGrp="1"/>
          </p:cNvSpPr>
          <p:nvPr>
            <p:custDataLst>
              <p:tags r:id="rId35"/>
            </p:custDataLst>
          </p:nvPr>
        </p:nvSpPr>
        <p:spPr bwMode="auto">
          <a:xfrm>
            <a:off x="591023" y="6030913"/>
            <a:ext cx="1421134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2" name="Text Placeholder 2">
            <a:extLst>
              <a:ext uri="{FF2B5EF4-FFF2-40B4-BE49-F238E27FC236}">
                <a16:creationId xmlns:a16="http://schemas.microsoft.com/office/drawing/2014/main" id="{58C4A573-33EC-40B5-B0E7-5858D0F10AC1}"/>
              </a:ext>
            </a:extLst>
          </p:cNvPr>
          <p:cNvSpPr>
            <a:spLocks noGrp="1"/>
          </p:cNvSpPr>
          <p:nvPr>
            <p:custDataLst>
              <p:tags r:id="rId36"/>
            </p:custDataLst>
          </p:nvPr>
        </p:nvSpPr>
        <p:spPr bwMode="auto">
          <a:xfrm>
            <a:off x="975986" y="4506913"/>
            <a:ext cx="1036172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3" name="Text Placeholder 2">
            <a:extLst>
              <a:ext uri="{FF2B5EF4-FFF2-40B4-BE49-F238E27FC236}">
                <a16:creationId xmlns:a16="http://schemas.microsoft.com/office/drawing/2014/main" id="{1BC2EFE8-78DB-4C96-B9DC-6C2533192488}"/>
              </a:ext>
            </a:extLst>
          </p:cNvPr>
          <p:cNvSpPr>
            <a:spLocks noGrp="1"/>
          </p:cNvSpPr>
          <p:nvPr>
            <p:custDataLst>
              <p:tags r:id="rId37"/>
            </p:custDataLst>
          </p:nvPr>
        </p:nvSpPr>
        <p:spPr bwMode="auto">
          <a:xfrm>
            <a:off x="1493495" y="5107837"/>
            <a:ext cx="518662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4" name="Text Placeholder 2">
            <a:extLst>
              <a:ext uri="{FF2B5EF4-FFF2-40B4-BE49-F238E27FC236}">
                <a16:creationId xmlns:a16="http://schemas.microsoft.com/office/drawing/2014/main" id="{7BA7FBDB-3A8D-4D08-A2C1-2F3521A50885}"/>
              </a:ext>
            </a:extLst>
          </p:cNvPr>
          <p:cNvSpPr>
            <a:spLocks noGrp="1"/>
          </p:cNvSpPr>
          <p:nvPr>
            <p:custDataLst>
              <p:tags r:id="rId38"/>
            </p:custDataLst>
          </p:nvPr>
        </p:nvSpPr>
        <p:spPr bwMode="auto">
          <a:xfrm>
            <a:off x="707434" y="2058988"/>
            <a:ext cx="1304723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5" name="Text Placeholder 2">
            <a:extLst>
              <a:ext uri="{FF2B5EF4-FFF2-40B4-BE49-F238E27FC236}">
                <a16:creationId xmlns:a16="http://schemas.microsoft.com/office/drawing/2014/main" id="{34987D09-DBD5-46C9-8DCE-D8ACDCD9CAE5}"/>
              </a:ext>
            </a:extLst>
          </p:cNvPr>
          <p:cNvSpPr>
            <a:spLocks noGrp="1"/>
          </p:cNvSpPr>
          <p:nvPr>
            <p:custDataLst>
              <p:tags r:id="rId39"/>
            </p:custDataLst>
          </p:nvPr>
        </p:nvSpPr>
        <p:spPr bwMode="auto">
          <a:xfrm>
            <a:off x="1122362" y="2363788"/>
            <a:ext cx="889793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6" name="Text Placeholder 2">
            <a:extLst>
              <a:ext uri="{FF2B5EF4-FFF2-40B4-BE49-F238E27FC236}">
                <a16:creationId xmlns:a16="http://schemas.microsoft.com/office/drawing/2014/main" id="{2925AEDE-E49B-4A14-BF3F-588E4EF1091E}"/>
              </a:ext>
            </a:extLst>
          </p:cNvPr>
          <p:cNvSpPr>
            <a:spLocks noGrp="1"/>
          </p:cNvSpPr>
          <p:nvPr>
            <p:custDataLst>
              <p:tags r:id="rId40"/>
            </p:custDataLst>
          </p:nvPr>
        </p:nvSpPr>
        <p:spPr bwMode="auto">
          <a:xfrm>
            <a:off x="1194977" y="1754188"/>
            <a:ext cx="817181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7" name="Text Placeholder 2">
            <a:extLst>
              <a:ext uri="{FF2B5EF4-FFF2-40B4-BE49-F238E27FC236}">
                <a16:creationId xmlns:a16="http://schemas.microsoft.com/office/drawing/2014/main" id="{75F05E89-8EF2-4A5C-91ED-4ABDA8938A79}"/>
              </a:ext>
            </a:extLst>
          </p:cNvPr>
          <p:cNvSpPr>
            <a:spLocks noGrp="1"/>
          </p:cNvSpPr>
          <p:nvPr>
            <p:custDataLst>
              <p:tags r:id="rId41"/>
            </p:custDataLst>
          </p:nvPr>
        </p:nvSpPr>
        <p:spPr bwMode="auto">
          <a:xfrm>
            <a:off x="1120058" y="2668588"/>
            <a:ext cx="892098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6F61BADE-93C8-4C36-B1A8-728B874B9AAD}"/>
              </a:ext>
            </a:extLst>
          </p:cNvPr>
          <p:cNvCxnSpPr>
            <a:cxnSpLocks/>
          </p:cNvCxnSpPr>
          <p:nvPr/>
        </p:nvCxnSpPr>
        <p:spPr>
          <a:xfrm>
            <a:off x="566737" y="199072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C71C19A4-BA61-4F2C-BA48-128DA4CDCB55}"/>
              </a:ext>
            </a:extLst>
          </p:cNvPr>
          <p:cNvCxnSpPr>
            <a:cxnSpLocks/>
          </p:cNvCxnSpPr>
          <p:nvPr/>
        </p:nvCxnSpPr>
        <p:spPr>
          <a:xfrm>
            <a:off x="566737" y="229552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D7FF956F-9B3B-48BB-B61B-13EC8F7AB9C0}"/>
              </a:ext>
            </a:extLst>
          </p:cNvPr>
          <p:cNvCxnSpPr>
            <a:cxnSpLocks/>
          </p:cNvCxnSpPr>
          <p:nvPr/>
        </p:nvCxnSpPr>
        <p:spPr>
          <a:xfrm>
            <a:off x="566737" y="2601913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AFEBBDBB-F2B5-4A5A-A23B-6C0A0651EC3A}"/>
              </a:ext>
            </a:extLst>
          </p:cNvPr>
          <p:cNvCxnSpPr>
            <a:cxnSpLocks/>
          </p:cNvCxnSpPr>
          <p:nvPr/>
        </p:nvCxnSpPr>
        <p:spPr>
          <a:xfrm>
            <a:off x="566737" y="2906713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83A9CA88-EB7E-4261-847D-7098F1A633F8}"/>
              </a:ext>
            </a:extLst>
          </p:cNvPr>
          <p:cNvCxnSpPr>
            <a:cxnSpLocks/>
          </p:cNvCxnSpPr>
          <p:nvPr/>
        </p:nvCxnSpPr>
        <p:spPr>
          <a:xfrm>
            <a:off x="566737" y="3213100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EBD4C7F4-EBDB-41A8-9D7A-8FA14FAD00E3}"/>
              </a:ext>
            </a:extLst>
          </p:cNvPr>
          <p:cNvCxnSpPr>
            <a:cxnSpLocks/>
          </p:cNvCxnSpPr>
          <p:nvPr/>
        </p:nvCxnSpPr>
        <p:spPr>
          <a:xfrm>
            <a:off x="566737" y="3519488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F31BA3EF-38EC-4637-8BF9-3DC6CECBF3AA}"/>
              </a:ext>
            </a:extLst>
          </p:cNvPr>
          <p:cNvCxnSpPr>
            <a:cxnSpLocks/>
          </p:cNvCxnSpPr>
          <p:nvPr/>
        </p:nvCxnSpPr>
        <p:spPr>
          <a:xfrm>
            <a:off x="566737" y="3824288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FF59DC93-AF55-4C6A-8058-579B79A7A7EA}"/>
              </a:ext>
            </a:extLst>
          </p:cNvPr>
          <p:cNvCxnSpPr>
            <a:cxnSpLocks/>
          </p:cNvCxnSpPr>
          <p:nvPr/>
        </p:nvCxnSpPr>
        <p:spPr>
          <a:xfrm>
            <a:off x="566737" y="413067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F0DAA357-BE6C-4897-9579-DC1F611C5B58}"/>
              </a:ext>
            </a:extLst>
          </p:cNvPr>
          <p:cNvCxnSpPr>
            <a:cxnSpLocks/>
          </p:cNvCxnSpPr>
          <p:nvPr/>
        </p:nvCxnSpPr>
        <p:spPr>
          <a:xfrm>
            <a:off x="566737" y="443547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33101995-C0ED-46B3-9663-82641D4627D1}"/>
              </a:ext>
            </a:extLst>
          </p:cNvPr>
          <p:cNvCxnSpPr>
            <a:cxnSpLocks/>
          </p:cNvCxnSpPr>
          <p:nvPr/>
        </p:nvCxnSpPr>
        <p:spPr>
          <a:xfrm>
            <a:off x="566737" y="1684338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Rectangle 257">
            <a:extLst>
              <a:ext uri="{FF2B5EF4-FFF2-40B4-BE49-F238E27FC236}">
                <a16:creationId xmlns:a16="http://schemas.microsoft.com/office/drawing/2014/main" id="{E8C9A0E3-DEBA-4811-97DA-59E9DBC5AD6B}"/>
              </a:ext>
            </a:extLst>
          </p:cNvPr>
          <p:cNvSpPr/>
          <p:nvPr/>
        </p:nvSpPr>
        <p:spPr>
          <a:xfrm>
            <a:off x="351986" y="1312863"/>
            <a:ext cx="1718164" cy="3698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/>
          <a:lstStyle/>
          <a:p>
            <a:pPr algn="ctr">
              <a:lnSpc>
                <a:spcPct val="111000"/>
              </a:lnSpc>
            </a:pPr>
            <a:r>
              <a:rPr lang="en-US" sz="1400" b="1" spc="50" baseline="0" dirty="0">
                <a:solidFill>
                  <a:schemeClr val="tx1"/>
                </a:solidFill>
              </a:rPr>
              <a:t>CATEGORY</a:t>
            </a: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7DF00D25-B68F-4824-8597-A967BC705925}"/>
              </a:ext>
            </a:extLst>
          </p:cNvPr>
          <p:cNvSpPr/>
          <p:nvPr/>
        </p:nvSpPr>
        <p:spPr>
          <a:xfrm>
            <a:off x="2139316" y="1312863"/>
            <a:ext cx="2409632" cy="3698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/>
          <a:lstStyle/>
          <a:p>
            <a:pPr algn="ctr">
              <a:lnSpc>
                <a:spcPct val="111000"/>
              </a:lnSpc>
            </a:pPr>
            <a:r>
              <a:rPr lang="en-US" sz="1400" b="1" spc="50" dirty="0">
                <a:solidFill>
                  <a:schemeClr val="tx1"/>
                </a:solidFill>
              </a:rPr>
              <a:t>VALUES</a:t>
            </a:r>
            <a:endParaRPr lang="en-US" sz="1400" b="1" spc="50" baseline="0" dirty="0">
              <a:solidFill>
                <a:schemeClr val="tx1"/>
              </a:solidFill>
            </a:endParaRPr>
          </a:p>
        </p:txBody>
      </p: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775D12D2-E3E2-4827-873E-879CF5D17F19}"/>
              </a:ext>
            </a:extLst>
          </p:cNvPr>
          <p:cNvCxnSpPr>
            <a:cxnSpLocks/>
          </p:cNvCxnSpPr>
          <p:nvPr/>
        </p:nvCxnSpPr>
        <p:spPr>
          <a:xfrm>
            <a:off x="566737" y="4737100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C1483A93-7B6D-4A6C-A29C-CF982A6700FB}"/>
              </a:ext>
            </a:extLst>
          </p:cNvPr>
          <p:cNvCxnSpPr>
            <a:cxnSpLocks/>
          </p:cNvCxnSpPr>
          <p:nvPr/>
        </p:nvCxnSpPr>
        <p:spPr>
          <a:xfrm>
            <a:off x="566737" y="5041900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D3D763C0-437D-4493-AB37-16FED3025EE1}"/>
              </a:ext>
            </a:extLst>
          </p:cNvPr>
          <p:cNvCxnSpPr>
            <a:cxnSpLocks/>
          </p:cNvCxnSpPr>
          <p:nvPr/>
        </p:nvCxnSpPr>
        <p:spPr>
          <a:xfrm>
            <a:off x="566737" y="5348288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FDDE95B4-D846-4326-A397-C4CE3517D890}"/>
              </a:ext>
            </a:extLst>
          </p:cNvPr>
          <p:cNvCxnSpPr>
            <a:cxnSpLocks/>
          </p:cNvCxnSpPr>
          <p:nvPr/>
        </p:nvCxnSpPr>
        <p:spPr>
          <a:xfrm>
            <a:off x="566737" y="565467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559DAC35-5E7C-404F-A820-4397FCA3C456}"/>
              </a:ext>
            </a:extLst>
          </p:cNvPr>
          <p:cNvCxnSpPr>
            <a:cxnSpLocks/>
          </p:cNvCxnSpPr>
          <p:nvPr/>
        </p:nvCxnSpPr>
        <p:spPr>
          <a:xfrm>
            <a:off x="566737" y="595947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3333452B-65B7-4984-AB00-AFB2F1FB8DD0}"/>
              </a:ext>
            </a:extLst>
          </p:cNvPr>
          <p:cNvCxnSpPr>
            <a:cxnSpLocks/>
          </p:cNvCxnSpPr>
          <p:nvPr/>
        </p:nvCxnSpPr>
        <p:spPr>
          <a:xfrm>
            <a:off x="566737" y="6265863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6" name="Group 265">
            <a:extLst>
              <a:ext uri="{FF2B5EF4-FFF2-40B4-BE49-F238E27FC236}">
                <a16:creationId xmlns:a16="http://schemas.microsoft.com/office/drawing/2014/main" id="{73D41323-08EC-4CE5-B724-465792C0F0AA}"/>
              </a:ext>
            </a:extLst>
          </p:cNvPr>
          <p:cNvGrpSpPr/>
          <p:nvPr/>
        </p:nvGrpSpPr>
        <p:grpSpPr>
          <a:xfrm>
            <a:off x="4791786" y="1312863"/>
            <a:ext cx="3780714" cy="4957620"/>
            <a:chOff x="6246238" y="1497013"/>
            <a:chExt cx="3445119" cy="4957620"/>
          </a:xfrm>
        </p:grpSpPr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CE5D2E1-2E07-48A8-ADD7-4F4CEF33F745}"/>
                </a:ext>
              </a:extLst>
            </p:cNvPr>
            <p:cNvSpPr/>
            <p:nvPr/>
          </p:nvSpPr>
          <p:spPr>
            <a:xfrm>
              <a:off x="6246238" y="1497013"/>
              <a:ext cx="3318888" cy="36984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bIns="0" rtlCol="0" anchor="b"/>
            <a:lstStyle/>
            <a:p>
              <a:pPr>
                <a:lnSpc>
                  <a:spcPct val="111000"/>
                </a:lnSpc>
              </a:pPr>
              <a:r>
                <a:rPr lang="en-US" sz="1400" b="1" spc="50" dirty="0">
                  <a:solidFill>
                    <a:schemeClr val="tx1"/>
                  </a:solidFill>
                </a:rPr>
                <a:t>DESCRIPTION</a:t>
              </a:r>
              <a:endParaRPr lang="en-US" sz="1400" b="1" spc="50" baseline="0" dirty="0">
                <a:solidFill>
                  <a:schemeClr val="tx1"/>
                </a:solidFill>
              </a:endParaRPr>
            </a:p>
          </p:txBody>
        </p:sp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5282D09F-F6B1-4B35-BAC4-10AC29B5D784}"/>
                </a:ext>
              </a:extLst>
            </p:cNvPr>
            <p:cNvGrpSpPr/>
            <p:nvPr/>
          </p:nvGrpSpPr>
          <p:grpSpPr>
            <a:xfrm>
              <a:off x="6318283" y="1871664"/>
              <a:ext cx="3373074" cy="4582969"/>
              <a:chOff x="6318283" y="1871664"/>
              <a:chExt cx="3373074" cy="4582969"/>
            </a:xfrm>
            <a:noFill/>
          </p:grpSpPr>
          <p:sp>
            <p:nvSpPr>
              <p:cNvPr id="269" name="Rectangle 268">
                <a:extLst>
                  <a:ext uri="{FF2B5EF4-FFF2-40B4-BE49-F238E27FC236}">
                    <a16:creationId xmlns:a16="http://schemas.microsoft.com/office/drawing/2014/main" id="{A9511735-95E5-4AF0-9A16-F9CC3BCDB396}"/>
                  </a:ext>
                </a:extLst>
              </p:cNvPr>
              <p:cNvSpPr/>
              <p:nvPr/>
            </p:nvSpPr>
            <p:spPr>
              <a:xfrm>
                <a:off x="6318283" y="1871664"/>
                <a:ext cx="3246843" cy="3032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0" name="Rectangle 269">
                <a:extLst>
                  <a:ext uri="{FF2B5EF4-FFF2-40B4-BE49-F238E27FC236}">
                    <a16:creationId xmlns:a16="http://schemas.microsoft.com/office/drawing/2014/main" id="{0E4125AA-D3AC-449F-8C4C-CEE3B5BF05F9}"/>
                  </a:ext>
                </a:extLst>
              </p:cNvPr>
              <p:cNvSpPr/>
              <p:nvPr/>
            </p:nvSpPr>
            <p:spPr>
              <a:xfrm>
                <a:off x="6318283" y="2179911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1" name="Rectangle 270">
                <a:extLst>
                  <a:ext uri="{FF2B5EF4-FFF2-40B4-BE49-F238E27FC236}">
                    <a16:creationId xmlns:a16="http://schemas.microsoft.com/office/drawing/2014/main" id="{DC8C9CAB-36C6-4E40-AC88-4B8489BBBA45}"/>
                  </a:ext>
                </a:extLst>
              </p:cNvPr>
              <p:cNvSpPr/>
              <p:nvPr/>
            </p:nvSpPr>
            <p:spPr>
              <a:xfrm>
                <a:off x="6318283" y="248761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3C04C7B9-7E73-4D99-9F7C-275870D5AFF9}"/>
                  </a:ext>
                </a:extLst>
              </p:cNvPr>
              <p:cNvSpPr/>
              <p:nvPr/>
            </p:nvSpPr>
            <p:spPr>
              <a:xfrm>
                <a:off x="6318283" y="2793130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8695BEBC-9585-466D-9D86-97242BCED5EF}"/>
                  </a:ext>
                </a:extLst>
              </p:cNvPr>
              <p:cNvSpPr/>
              <p:nvPr/>
            </p:nvSpPr>
            <p:spPr>
              <a:xfrm>
                <a:off x="6318283" y="3097931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4" name="Rectangle 273">
                <a:extLst>
                  <a:ext uri="{FF2B5EF4-FFF2-40B4-BE49-F238E27FC236}">
                    <a16:creationId xmlns:a16="http://schemas.microsoft.com/office/drawing/2014/main" id="{217E257C-69CC-4C15-8E08-DB1415C22064}"/>
                  </a:ext>
                </a:extLst>
              </p:cNvPr>
              <p:cNvSpPr/>
              <p:nvPr/>
            </p:nvSpPr>
            <p:spPr>
              <a:xfrm>
                <a:off x="6318283" y="340414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5" name="Rectangle 274">
                <a:extLst>
                  <a:ext uri="{FF2B5EF4-FFF2-40B4-BE49-F238E27FC236}">
                    <a16:creationId xmlns:a16="http://schemas.microsoft.com/office/drawing/2014/main" id="{D72ABFC6-A4BC-4AF7-8DB6-A490C4997A0A}"/>
                  </a:ext>
                </a:extLst>
              </p:cNvPr>
              <p:cNvSpPr/>
              <p:nvPr/>
            </p:nvSpPr>
            <p:spPr>
              <a:xfrm>
                <a:off x="6318283" y="3711849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6" name="Rectangle 275">
                <a:extLst>
                  <a:ext uri="{FF2B5EF4-FFF2-40B4-BE49-F238E27FC236}">
                    <a16:creationId xmlns:a16="http://schemas.microsoft.com/office/drawing/2014/main" id="{E2930329-EFBD-4B3F-B380-73AA61DA736B}"/>
                  </a:ext>
                </a:extLst>
              </p:cNvPr>
              <p:cNvSpPr/>
              <p:nvPr/>
            </p:nvSpPr>
            <p:spPr>
              <a:xfrm>
                <a:off x="6318283" y="4018506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7" name="Rectangle 276">
                <a:extLst>
                  <a:ext uri="{FF2B5EF4-FFF2-40B4-BE49-F238E27FC236}">
                    <a16:creationId xmlns:a16="http://schemas.microsoft.com/office/drawing/2014/main" id="{60AD8C76-B27D-41E6-BF15-D3DB8A630B7A}"/>
                  </a:ext>
                </a:extLst>
              </p:cNvPr>
              <p:cNvSpPr/>
              <p:nvPr/>
            </p:nvSpPr>
            <p:spPr>
              <a:xfrm>
                <a:off x="6318283" y="4326210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8" name="Rectangle 277">
                <a:extLst>
                  <a:ext uri="{FF2B5EF4-FFF2-40B4-BE49-F238E27FC236}">
                    <a16:creationId xmlns:a16="http://schemas.microsoft.com/office/drawing/2014/main" id="{E45A5BA1-4777-4E81-98A7-FCB24A9B5E5D}"/>
                  </a:ext>
                </a:extLst>
              </p:cNvPr>
              <p:cNvSpPr/>
              <p:nvPr/>
            </p:nvSpPr>
            <p:spPr>
              <a:xfrm>
                <a:off x="6318283" y="463172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011EC32A-4025-4BA6-954F-1418DDADE7D2}"/>
                  </a:ext>
                </a:extLst>
              </p:cNvPr>
              <p:cNvSpPr/>
              <p:nvPr/>
            </p:nvSpPr>
            <p:spPr>
              <a:xfrm>
                <a:off x="6318283" y="4936526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0" name="Rectangle 279">
                <a:extLst>
                  <a:ext uri="{FF2B5EF4-FFF2-40B4-BE49-F238E27FC236}">
                    <a16:creationId xmlns:a16="http://schemas.microsoft.com/office/drawing/2014/main" id="{916368DD-4BF9-482D-9334-C1AAAC1942F7}"/>
                  </a:ext>
                </a:extLst>
              </p:cNvPr>
              <p:cNvSpPr/>
              <p:nvPr/>
            </p:nvSpPr>
            <p:spPr>
              <a:xfrm>
                <a:off x="6318283" y="5242740"/>
                <a:ext cx="3373074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1" name="Rectangle 280">
                <a:extLst>
                  <a:ext uri="{FF2B5EF4-FFF2-40B4-BE49-F238E27FC236}">
                    <a16:creationId xmlns:a16="http://schemas.microsoft.com/office/drawing/2014/main" id="{251BAAC6-1A55-4472-BB63-EE50C04A7278}"/>
                  </a:ext>
                </a:extLst>
              </p:cNvPr>
              <p:cNvSpPr/>
              <p:nvPr/>
            </p:nvSpPr>
            <p:spPr>
              <a:xfrm>
                <a:off x="6318283" y="5550444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2" name="Rectangle 281">
                <a:extLst>
                  <a:ext uri="{FF2B5EF4-FFF2-40B4-BE49-F238E27FC236}">
                    <a16:creationId xmlns:a16="http://schemas.microsoft.com/office/drawing/2014/main" id="{E940BA82-F1DE-44DA-ABEB-4B03F1B0242D}"/>
                  </a:ext>
                </a:extLst>
              </p:cNvPr>
              <p:cNvSpPr/>
              <p:nvPr/>
            </p:nvSpPr>
            <p:spPr>
              <a:xfrm>
                <a:off x="6318283" y="5856418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3" name="Rectangle 282">
                <a:extLst>
                  <a:ext uri="{FF2B5EF4-FFF2-40B4-BE49-F238E27FC236}">
                    <a16:creationId xmlns:a16="http://schemas.microsoft.com/office/drawing/2014/main" id="{B966BA03-6900-48BC-851D-65A4DBBFD6F6}"/>
                  </a:ext>
                </a:extLst>
              </p:cNvPr>
              <p:cNvSpPr/>
              <p:nvPr/>
            </p:nvSpPr>
            <p:spPr>
              <a:xfrm>
                <a:off x="6318283" y="6164122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4692694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GIXV3hSd0GB8GqHCI_Luw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3m8V2ULWkeAMVFs897QwA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zTEypXH3UGVpsq_dBd0yg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x9C.B56SkOyPYlLlBlQsg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Cl8rXryuE6RLi1_m7lvsA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yB1owB6HUWzBGncNWuR2w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6Zi_VSfzE.zuILkPh7ZWA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TYyI2XIU0y9AmbDVz9xew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6YJfpLh5ki8IT9xsC0H7Q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LQfaKUjIUSyIqd3YBCw4Q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8rpjC0Ev0G36PMhBo0ytg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rLtvXuOeUiWuAAACaaTmA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kP4IVoytkubOBMzQTnEHQ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1e1Ej2Knka0OMI4G38R2A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hUaKKPIB065ByzKdqXxVA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C7XTA9tfEimlmTBqDEFhw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WV70gWiSkeJ.aQWYwQKZw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2gbjC2ohUu44avzisQnNw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Av_PvAYGEawUBZRS0nv0A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Hnrkn7MKk2uaSvlqxEU.w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xkBif7D40ampc3z65fyxw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Q0AA_7vn0mHL51phxcV1g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Rag0lokkkihjKC6cwcAgw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UkLWO.hLkGTX8RBk0RRHg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wldAmWwrUu2hU.4nQ1fCA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7yLWNzq0ke3xNOD67pwKA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aKgV5qAa0aOp_1q8_Pd8w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aoK5YuxfUSGHLGZLD3kxw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UfnOPBk80.jXxNNoECY9A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WnS82pj50etsRnj1Ss5dw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gtcUWdpqE.JFATtM2Xy9A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ELf88dPMkqZb.LSfyWVug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whdzwVuH0ar0NxHRpLQWw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o3GT9hxVk6lFfm8PW1koA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dEu7pULGEyWN8BQS7GAWA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hBw778_Sk2Yk5OSKOBwEA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KBF8EhtDUSmROnT5oVDug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u1oXZeUwUKYbMiE2LiTJg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fCEeQozZkuKbsqr1MtZnw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61rIXQbbEiFownVqxM_qQ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Bt8XO7SeECewNzW19bTug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evoSKuUhkyOYXdo3eoeSA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TeukhYmYkOK5lDhoqEMcA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0O3FtkaBU.1ZkPHgzvObw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K.FiRoEy0CMjjlSdsNKgw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Suk4TvdqU.MPWHFimgemA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fCEeQozZkuKbsqr1MtZnw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61rIXQbbEiFownVqxM_qQ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Bt8XO7SeECewNzW19bTug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evoSKuUhkyOYXdo3eoeSA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0O3FtkaBU.1ZkPHgzvObw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TeukhYmYkOK5lDhoqEMcA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Suk4TvdqU.MPWHFimgemA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K.FiRoEy0CMjjlSdsNKgw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RMM5wlNT9SzoB5JL4zA6Q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CsBT6YASmCCf2cBdkizIg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Y8GtlDERcSV1117tIehOg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LXKePcxRSis8mBvgwBfnA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rGK7GLYRGGuNO.7gYfjzg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nPsYhMoRtiAFHS3CKLWUg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Pjdm7LHRr.0lLW3ol51Jg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DVALVQsQG6jO_xGCvKgkA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QLvQIQNSditXKevAg_PPA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x81wr.oQSOqh7cOU27KJA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40hncAPQkOTcJRKwBFYRQ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vFF9I_aRguhwMoLcupLNw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p5PE6ZCTNmqrV4th.ZS_Q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vLsKbTJS4qtsMOcC4IMng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qa.n8PrS8OH9X5x5N0ZKg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rxH5Tt1TF2fXbCHQQw7DQ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WsbdTcASJqnpx2KkYRqPg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5vaNaT2SBKTno2BZTKF.g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CNt2xuvQSSlFxx6jyWShg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sem7Eu5SD6F5wut9XIBRA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uPvYkL3SaeKrVWVeiBvpQ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e9pkMMTQHaHoIRivKLK9g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TQ.60OARTC2l9YPZ0ZizA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dwz1YITQvWsWGCOcN1vUA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0OWYA_XSnCP3NQBSZ7wdQ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9P8sW.ZSb2wrIY7_0pStQ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7BfzE_qS6OgFk9VrWkUqQ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CJit0bwTUye4NVesxPKFw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PAiLFlzRCmP3MjTwSkqSg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AgNfOoMRuaGEwByNzjq.g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DtzeZlHQa6bR0xStnf35A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AY1Jw3bQ7afUfywDptSaA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ELs4je_RxevPAO2J48gpA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gkH91TyS.ujwIaK.7.BRQ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34DHO1JQt.tQlI4LaTBJg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B04oN.RQhi9t8kPT3mYbQ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Za9D4LWTK6sLXvcTWstBA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5G81gzLRRivj6gnAZOQGQ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LAOahPKSAe9yLe3Tz106A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Wnu_zZzQUeB07Sr2cvpAQ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cktgEHhSIahCbIsvSbtJA"/>
</p:tagLst>
</file>

<file path=ppt/theme/theme1.xml><?xml version="1.0" encoding="utf-8"?>
<a:theme xmlns:a="http://schemas.openxmlformats.org/drawingml/2006/main" name="1_Default Theme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Verdana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tx2"/>
        </a:solidFill>
        <a:ln w="635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72000" tIns="54000" rIns="72000" bIns="54000" numCol="1" rtlCol="0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900" b="0" i="0" u="none" strike="noStrike" cap="none" normalizeH="0" baseline="0" dirty="0" err="1" smtClean="0">
            <a:ln>
              <a:noFill/>
            </a:ln>
            <a:solidFill>
              <a:schemeClr val="bg1"/>
            </a:solidFill>
            <a:effectLst/>
            <a:latin typeface="Verdana" pitchFamily="34" charset="0"/>
          </a:defRPr>
        </a:defPPr>
      </a:lstStyle>
    </a:spDef>
    <a:lnDef>
      <a:spPr bwMode="auto">
        <a:solidFill>
          <a:schemeClr val="accent2"/>
        </a:solidFill>
        <a:ln w="635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>
    <a:extraClrScheme>
      <a:clrScheme name="TDC Erhverv Green 1">
        <a:dk1>
          <a:srgbClr val="000000"/>
        </a:dk1>
        <a:lt1>
          <a:srgbClr val="FFFFFF"/>
        </a:lt1>
        <a:dk2>
          <a:srgbClr val="6F6093"/>
        </a:dk2>
        <a:lt2>
          <a:srgbClr val="7FA745"/>
        </a:lt2>
        <a:accent1>
          <a:srgbClr val="90979B"/>
        </a:accent1>
        <a:accent2>
          <a:srgbClr val="66ADD3"/>
        </a:accent2>
        <a:accent3>
          <a:srgbClr val="FFFFFF"/>
        </a:accent3>
        <a:accent4>
          <a:srgbClr val="000000"/>
        </a:accent4>
        <a:accent5>
          <a:srgbClr val="C6C9CB"/>
        </a:accent5>
        <a:accent6>
          <a:srgbClr val="5C9CBF"/>
        </a:accent6>
        <a:hlink>
          <a:srgbClr val="C83A3A"/>
        </a:hlink>
        <a:folHlink>
          <a:srgbClr val="FBCF3E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Kontortema">
  <a:themeElements>
    <a:clrScheme name="Kont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ont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Kontortema">
  <a:themeElements>
    <a:clrScheme name="Kont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ont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1052</TotalTime>
  <Words>13478</Words>
  <Application>Microsoft Office PowerPoint</Application>
  <PresentationFormat>On-screen Show (4:3)</PresentationFormat>
  <Paragraphs>3601</Paragraphs>
  <Slides>107</Slides>
  <Notes>13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107</vt:i4>
      </vt:variant>
    </vt:vector>
  </HeadingPairs>
  <TitlesOfParts>
    <vt:vector size="114" baseType="lpstr">
      <vt:lpstr>Arial</vt:lpstr>
      <vt:lpstr>Calibri</vt:lpstr>
      <vt:lpstr>Verdana</vt:lpstr>
      <vt:lpstr>Wingdings</vt:lpstr>
      <vt:lpstr>1_Default Theme</vt:lpstr>
      <vt:lpstr>think-cell Slide</vt:lpstr>
      <vt:lpstr>Diagram</vt:lpstr>
      <vt:lpstr>Hvide kasser</vt:lpstr>
      <vt:lpstr>Hvid kasse, 1 stor</vt:lpstr>
      <vt:lpstr>Hvid kasse, 1 stor med checkliste på 4</vt:lpstr>
      <vt:lpstr>Hvid kasse uden skygge til citater, 1 stor med tre citater</vt:lpstr>
      <vt:lpstr>Hvid kasse, 2x1 vertikale</vt:lpstr>
      <vt:lpstr>Hvid kasse, 1x2 vertikale</vt:lpstr>
      <vt:lpstr>Hvid kasse, 2x2 vertikale</vt:lpstr>
      <vt:lpstr>Hvid kasse, 2 vertikale</vt:lpstr>
      <vt:lpstr>Hvid kasse, 2 vertikale med kausalitet</vt:lpstr>
      <vt:lpstr>Hvid kasse, Baggrund og anbefaling</vt:lpstr>
      <vt:lpstr>Hvid kasse, 2 vertikale på vægt - ligeværdig</vt:lpstr>
      <vt:lpstr>Hvid kasse, 2 vertikale på vægt - højretung</vt:lpstr>
      <vt:lpstr>Hvid kasse, 2 vertikale på vægt - venstretung</vt:lpstr>
      <vt:lpstr>Hvid kasse, 3 vertikale</vt:lpstr>
      <vt:lpstr>Hvid kasse, 3 vertikale med kausalitet - uafsluttet</vt:lpstr>
      <vt:lpstr>Hvid kasse, 3 vertikale med kausalitet - Afsluttet</vt:lpstr>
      <vt:lpstr>Hvid kasse, vertikale 1-2-1 proces, afsluttet</vt:lpstr>
      <vt:lpstr>Hvid kasse, vertikale 1-2-1 proces, uafsluttet</vt:lpstr>
      <vt:lpstr>Hvid kasse, 2 der peger mod én i midten</vt:lpstr>
      <vt:lpstr>Hvid kasse, 4 der peger mod én i midten</vt:lpstr>
      <vt:lpstr>Matrix med to ned og kasser med pile</vt:lpstr>
      <vt:lpstr>Matrix med tre ned og kasser med pile</vt:lpstr>
      <vt:lpstr>Matrix med fire ned og kasser med pile</vt:lpstr>
      <vt:lpstr>Matrix med fem ned og kasser med pile</vt:lpstr>
      <vt:lpstr>Hierarki, 2 niveauer, 2 kasser</vt:lpstr>
      <vt:lpstr>Hierarki, 2 niveauer, 3 kasser</vt:lpstr>
      <vt:lpstr>Hierarki, 2 niveauer, 4 kasser</vt:lpstr>
      <vt:lpstr>Hierarki, 2 niveauer, 5 kasser</vt:lpstr>
      <vt:lpstr>Hierarki, 3 niveauer, 1-3-2 kasser</vt:lpstr>
      <vt:lpstr>Hierarki, 3 niveauer, 1-2-3 kasser</vt:lpstr>
      <vt:lpstr>Tabel med store hvid kasse på mørk baggrund – 1 rækker, 7 kolonner</vt:lpstr>
      <vt:lpstr>Tabel med store hvid kasse på mørk baggrund – 2 rækker, 7 kolonner</vt:lpstr>
      <vt:lpstr>Tabel med store hvid kasse på mørk baggrund – 3 rækker, 7 kolonner</vt:lpstr>
      <vt:lpstr>Tabel med store hvid kasse på mørk baggrund – 4 rækker, 7 kolonner</vt:lpstr>
      <vt:lpstr>Tabel med store hvid kasse på mørk baggrund – 5 rækker, 7 kolonner</vt:lpstr>
      <vt:lpstr>[ KPI definition – skriv navn som overskrift ]</vt:lpstr>
      <vt:lpstr>To vertikale kasser med sorte kasser som overskrifter samt konklusionskasser</vt:lpstr>
      <vt:lpstr>Kommentering af indholdselement: Indholdselement til venstre, kommentering til højre med venstrevendt  pil</vt:lpstr>
      <vt:lpstr>Kommentering af indholdselement: Indholdselement til venstre, kommentering til højre uden pil</vt:lpstr>
      <vt:lpstr>Kommentering af indholdselement: Indholdselement til venstre, kommentering til højre med højrevendt pil</vt:lpstr>
      <vt:lpstr>Kun streger</vt:lpstr>
      <vt:lpstr>Sort streg, 1 stor</vt:lpstr>
      <vt:lpstr>Sort streg, 2 vertikale</vt:lpstr>
      <vt:lpstr>Sort streg, 3 vertikale</vt:lpstr>
      <vt:lpstr>Sort streg, 2 vertikale - kausalitet</vt:lpstr>
      <vt:lpstr>Sort streg, 3 vertikale - kausalitet</vt:lpstr>
      <vt:lpstr>2 kolonner med adskillelse</vt:lpstr>
      <vt:lpstr>Sort streg, 2 vertikale med 3 underpunkter med billeder og tekst</vt:lpstr>
      <vt:lpstr>Sort streg, 4 rækker med billeder og tekst</vt:lpstr>
      <vt:lpstr>Sort streg, 3 rækker med billeder og tekst</vt:lpstr>
      <vt:lpstr>Sort streg, 2 rækker med billeder og tekst</vt:lpstr>
      <vt:lpstr>Sort streg, 1 rækker med billeder og tekst</vt:lpstr>
      <vt:lpstr>Procesflow</vt:lpstr>
      <vt:lpstr>Procesflow, horisontalt med 1 kasser og tilhørende tabel</vt:lpstr>
      <vt:lpstr>Procesflow, horisontalt med 2 kasser og tilhørende tabel</vt:lpstr>
      <vt:lpstr>Procesflow, horisontalt med 3 kasser og tilhørende tabel</vt:lpstr>
      <vt:lpstr>Procesflow, horisontalt med 4 kasser og tilhørende tabel</vt:lpstr>
      <vt:lpstr>Procesflow, horisontalt med 5 kasser og tilhørende tabel</vt:lpstr>
      <vt:lpstr>Procesflow, horisontalt med 6 kasser og tilhørende tabel</vt:lpstr>
      <vt:lpstr>Procesflow med 1 kasse og 6 med nøgletal</vt:lpstr>
      <vt:lpstr>Procesflow med 2 kasser og 3 områder pr kasse med nøgletal</vt:lpstr>
      <vt:lpstr>Procesflow med 3 kasser og 2 områder pr kasse med nøgletal</vt:lpstr>
      <vt:lpstr>Procesflow med 4 kasser og 1 område pr kasse med nøgletal</vt:lpstr>
      <vt:lpstr>Procesflow med 5 kasser og 1 område pr kasse med nøgletal</vt:lpstr>
      <vt:lpstr>Procesflow med 6 kasser og 1 område pr kasse med nøgletal</vt:lpstr>
      <vt:lpstr>Procesflow, vertikalt 1 kasser, 8 kolonner</vt:lpstr>
      <vt:lpstr>Procesflow, vertikalt 2 kasser, 8 kolonner</vt:lpstr>
      <vt:lpstr>Procesflow, vertikalt 3 kasser, 8 kolonner</vt:lpstr>
      <vt:lpstr>Procesflow, vertikalt 4 kasser, 8 kolonner</vt:lpstr>
      <vt:lpstr>Procesflow, vertikalt 5 kasser, 8 kolonner</vt:lpstr>
      <vt:lpstr>Procesflow, vertikalt 6 kasser, 8 kolonner</vt:lpstr>
      <vt:lpstr>Tabeller</vt:lpstr>
      <vt:lpstr>Tabel med 8 rækker og 9 kolonner – kan ikke farves i cellerne</vt:lpstr>
      <vt:lpstr>Tabel med 8 rækker og 9 kolonner</vt:lpstr>
      <vt:lpstr>Tabel med 8 rækker og 8 kolonner + en kasse</vt:lpstr>
      <vt:lpstr>Plus/Minus liste</vt:lpstr>
      <vt:lpstr>Klassisk tabel, 5x5</vt:lpstr>
      <vt:lpstr>Tabel med ramme omkring og overskrift</vt:lpstr>
      <vt:lpstr>Trekanter</vt:lpstr>
      <vt:lpstr>Trekant, enkel med tekst ved hjørnerne</vt:lpstr>
      <vt:lpstr>Trekant med cirkler og tekst ved hjørnerne</vt:lpstr>
      <vt:lpstr>Trekant med cirkler, tekst ved hjørnerne og uddybning</vt:lpstr>
      <vt:lpstr>Trekant med cirkler, tekst ved hjørnerne, uddybning samt fremhævning af kanterne</vt:lpstr>
      <vt:lpstr>Dokumentstruktur</vt:lpstr>
      <vt:lpstr>INDHOLD</vt:lpstr>
      <vt:lpstr>AGENDA</vt:lpstr>
      <vt:lpstr>Ændringslog til dokumentet</vt:lpstr>
      <vt:lpstr>[ Agendapunkt – skriv navn som overskrift - DA ]</vt:lpstr>
      <vt:lpstr>[ Agendapunkt – skriv navn som overskrift  - ENG ]</vt:lpstr>
      <vt:lpstr>Decisions needed</vt:lpstr>
      <vt:lpstr>Grå kasser</vt:lpstr>
      <vt:lpstr>Tre (2x1) kasser</vt:lpstr>
      <vt:lpstr>Tre (1x2) kasser</vt:lpstr>
      <vt:lpstr>Fire (2x2) kasser</vt:lpstr>
      <vt:lpstr>Tre (2+1) kasser</vt:lpstr>
      <vt:lpstr>To horisontale kasser</vt:lpstr>
      <vt:lpstr>Tre vertikale kasser</vt:lpstr>
      <vt:lpstr>Tre kasser med pile mod én grå kasse</vt:lpstr>
      <vt:lpstr>To vertikale kasser</vt:lpstr>
      <vt:lpstr>En kasse</vt:lpstr>
      <vt:lpstr>Markeringer, stempler m.m.</vt:lpstr>
      <vt:lpstr>Markeringer</vt:lpstr>
      <vt:lpstr>Stempler og lignende</vt:lpstr>
      <vt:lpstr>One-page templates</vt:lpstr>
      <vt:lpstr>Problem statement</vt:lpstr>
      <vt:lpstr>Årsplan v1</vt:lpstr>
      <vt:lpstr>Bridging numbers</vt:lpstr>
    </vt:vector>
  </TitlesOfParts>
  <Company>TDC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Hvide kasser</dc:title>
  <dc:creator>Dann Bleeker Pedersen</dc:creator>
  <cp:lastModifiedBy>Dann Bleeker Pedersen</cp:lastModifiedBy>
  <cp:revision>128</cp:revision>
  <dcterms:created xsi:type="dcterms:W3CDTF">2013-05-22T12:19:33Z</dcterms:created>
  <dcterms:modified xsi:type="dcterms:W3CDTF">2026-09-16T07:15:39Z</dcterms:modified>
</cp:coreProperties>
</file>