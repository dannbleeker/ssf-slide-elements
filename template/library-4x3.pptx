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charts/chart1.xml" ContentType="application/vnd.openxmlformats-officedocument.drawingml.chart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slides/slide108.xml" ContentType="application/vnd.openxmlformats-officedocument.presentationml.slide+xml"/>
  <Override PartName="ppt/notesSlides/notesSlide13.xml" ContentType="application/vnd.openxmlformats-officedocument.presentationml.notesSlide+xml"/>
  <Override PartName="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109"/>
    <p:sldId id="345" r:id="rId48"/>
    <p:sldId id="346" r:id="rId49"/>
    <p:sldId id="347" r:id="rId50"/>
    <p:sldId id="348" r:id="rId51"/>
    <p:sldId id="349" r:id="rId52"/>
    <p:sldId id="330" r:id="rId53"/>
    <p:sldId id="350" r:id="rId54"/>
    <p:sldId id="351" r:id="rId55"/>
    <p:sldId id="352" r:id="rId56"/>
    <p:sldId id="353" r:id="rId57"/>
    <p:sldId id="354" r:id="rId58"/>
    <p:sldId id="355" r:id="rId59"/>
    <p:sldId id="308" r:id="rId60"/>
    <p:sldId id="307" r:id="rId61"/>
    <p:sldId id="309" r:id="rId62"/>
    <p:sldId id="333" r:id="rId63"/>
    <p:sldId id="332" r:id="rId64"/>
    <p:sldId id="331" r:id="rId65"/>
    <p:sldId id="334" r:id="rId66"/>
    <p:sldId id="335" r:id="rId67"/>
    <p:sldId id="336" r:id="rId68"/>
    <p:sldId id="337" r:id="rId69"/>
    <p:sldId id="338" r:id="rId70"/>
    <p:sldId id="339" r:id="rId71"/>
    <p:sldId id="298" r:id="rId72"/>
    <p:sldId id="316" r:id="rId73"/>
    <p:sldId id="257" r:id="rId74"/>
    <p:sldId id="297" r:id="rId75"/>
    <p:sldId id="301" r:id="rId76"/>
    <p:sldId id="303" r:id="rId77"/>
    <p:sldId id="302" r:id="rId78"/>
    <p:sldId id="340" r:id="rId79"/>
    <p:sldId id="341" r:id="rId80"/>
    <p:sldId id="342" r:id="rId81"/>
    <p:sldId id="343" r:id="rId82"/>
    <p:sldId id="344" r:id="rId83"/>
    <p:sldId id="281" r:id="rId84"/>
    <p:sldId id="274" r:id="rId85"/>
    <p:sldId id="376" r:id="rId110"/>
    <p:sldId id="364" r:id="rId86"/>
    <p:sldId id="372" r:id="rId87"/>
    <p:sldId id="377" r:id="rId111"/>
    <p:sldId id="378" r:id="rId112"/>
    <p:sldId id="280" r:id="rId88"/>
    <p:sldId id="267" r:id="rId89"/>
    <p:sldId id="268" r:id="rId90"/>
    <p:sldId id="269" r:id="rId91"/>
    <p:sldId id="373" r:id="rId92"/>
    <p:sldId id="270" r:id="rId93"/>
    <p:sldId id="271" r:id="rId94"/>
    <p:sldId id="374" r:id="rId95"/>
    <p:sldId id="272" r:id="rId96"/>
    <p:sldId id="273" r:id="rId97"/>
    <p:sldId id="292" r:id="rId98"/>
    <p:sldId id="299" r:id="rId99"/>
    <p:sldId id="300" r:id="rId100"/>
    <p:sldId id="360" r:id="rId101"/>
    <p:sldId id="379" r:id="rId113"/>
    <p:sldId id="380" r:id="rId114"/>
    <p:sldId id="381" r:id="rId115"/>
    <p:sldId id="382" r:id="rId116"/>
  </p:sldIdLst>
  <p:sldSz cx="9144000" cy="6858000" type="screen4x3"/>
  <p:notesSz cx="6797675" cy="9982200"/>
  <p:custDataLst>
    <p:tags r:id="rId10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gs" Target="tags/tag1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image" Target="../media/image3.emf"/></Relationships>
</file>

<file path=ppt/drawings/_rels/vmlDrawing3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image" Target="../media/image3.emf"/><Relationship Id="rId4" Type="http://schemas.openxmlformats.org/officeDocument/2006/relationships/image" Target="../media/image12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image" Target="../media/image3.emf"/></Relationships>
</file>

<file path=ppt/drawings/_rels/vmlDrawing4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 smtClean="0"/>
              <a:t>Klik for at redigere i master</a:t>
            </a:r>
          </a:p>
          <a:p>
            <a:pPr lvl="1"/>
            <a:r>
              <a:rPr lang="da-DK" noProof="0" smtClean="0"/>
              <a:t>Andet niveau</a:t>
            </a:r>
          </a:p>
          <a:p>
            <a:pPr lvl="2"/>
            <a:r>
              <a:rPr lang="da-DK" noProof="0" smtClean="0"/>
              <a:t>Tredje niveau</a:t>
            </a:r>
          </a:p>
          <a:p>
            <a:pPr lvl="3"/>
            <a:r>
              <a:rPr lang="da-DK" noProof="0" smtClean="0"/>
              <a:t>Fjerde niveau</a:t>
            </a:r>
          </a:p>
          <a:p>
            <a:pPr lvl="4"/>
            <a:r>
              <a:rPr lang="da-DK" noProof="0" smtClean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‹nr.›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smtClean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 dirty="0" smtClean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5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7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8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0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3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4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5.bin"/><Relationship Id="rId4" Type="http://schemas.openxmlformats.org/officeDocument/2006/relationships/notesSlide" Target="../notesSlides/notesSlid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6.bin"/><Relationship Id="rId4" Type="http://schemas.openxmlformats.org/officeDocument/2006/relationships/notesSlide" Target="../notesSlides/notesSlide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7.bin"/><Relationship Id="rId4" Type="http://schemas.openxmlformats.org/officeDocument/2006/relationships/notesSlide" Target="../notesSlides/notes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8.bin"/><Relationship Id="rId4" Type="http://schemas.openxmlformats.org/officeDocument/2006/relationships/notesSlide" Target="../notesSlides/notesSlide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9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0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1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2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3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4.bin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7.bin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8.bin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9.bin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0.bin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1.bin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3.xml"/><Relationship Id="rId1" Type="http://schemas.openxmlformats.org/officeDocument/2006/relationships/vmlDrawing" Target="../drawings/vmlDrawing3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2.bin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3.bin"/><Relationship Id="rId4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vmlDrawing" Target="../drawings/vmlDrawing3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4.bin"/><Relationship Id="rId4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5.bin"/><Relationship Id="rId4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6.bin"/><Relationship Id="rId4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13" Type="http://schemas.openxmlformats.org/officeDocument/2006/relationships/tags" Target="../tags/tag53.xml"/><Relationship Id="rId18" Type="http://schemas.openxmlformats.org/officeDocument/2006/relationships/tags" Target="../tags/tag58.xml"/><Relationship Id="rId26" Type="http://schemas.openxmlformats.org/officeDocument/2006/relationships/image" Target="../media/image9.emf"/><Relationship Id="rId3" Type="http://schemas.openxmlformats.org/officeDocument/2006/relationships/tags" Target="../tags/tag43.xml"/><Relationship Id="rId21" Type="http://schemas.openxmlformats.org/officeDocument/2006/relationships/oleObject" Target="../embeddings/oleObject37.bin"/><Relationship Id="rId7" Type="http://schemas.openxmlformats.org/officeDocument/2006/relationships/tags" Target="../tags/tag47.xml"/><Relationship Id="rId12" Type="http://schemas.openxmlformats.org/officeDocument/2006/relationships/tags" Target="../tags/tag52.xml"/><Relationship Id="rId17" Type="http://schemas.openxmlformats.org/officeDocument/2006/relationships/tags" Target="../tags/tag57.xml"/><Relationship Id="rId25" Type="http://schemas.openxmlformats.org/officeDocument/2006/relationships/oleObject" Target="../embeddings/oleObject39.bin"/><Relationship Id="rId2" Type="http://schemas.openxmlformats.org/officeDocument/2006/relationships/tags" Target="../tags/tag42.xml"/><Relationship Id="rId16" Type="http://schemas.openxmlformats.org/officeDocument/2006/relationships/tags" Target="../tags/tag56.xml"/><Relationship Id="rId20" Type="http://schemas.openxmlformats.org/officeDocument/2006/relationships/slideLayout" Target="../slideLayouts/slideLayout2.xml"/><Relationship Id="rId1" Type="http://schemas.openxmlformats.org/officeDocument/2006/relationships/vmlDrawing" Target="../drawings/vmlDrawing37.vml"/><Relationship Id="rId6" Type="http://schemas.openxmlformats.org/officeDocument/2006/relationships/tags" Target="../tags/tag46.xml"/><Relationship Id="rId11" Type="http://schemas.openxmlformats.org/officeDocument/2006/relationships/tags" Target="../tags/tag51.xml"/><Relationship Id="rId24" Type="http://schemas.openxmlformats.org/officeDocument/2006/relationships/image" Target="../media/image8.emf"/><Relationship Id="rId5" Type="http://schemas.openxmlformats.org/officeDocument/2006/relationships/tags" Target="../tags/tag45.xml"/><Relationship Id="rId15" Type="http://schemas.openxmlformats.org/officeDocument/2006/relationships/tags" Target="../tags/tag55.xml"/><Relationship Id="rId23" Type="http://schemas.openxmlformats.org/officeDocument/2006/relationships/oleObject" Target="../embeddings/oleObject38.bin"/><Relationship Id="rId10" Type="http://schemas.openxmlformats.org/officeDocument/2006/relationships/tags" Target="../tags/tag50.xml"/><Relationship Id="rId19" Type="http://schemas.openxmlformats.org/officeDocument/2006/relationships/tags" Target="../tags/tag59.xml"/><Relationship Id="rId4" Type="http://schemas.openxmlformats.org/officeDocument/2006/relationships/tags" Target="../tags/tag44.xml"/><Relationship Id="rId9" Type="http://schemas.openxmlformats.org/officeDocument/2006/relationships/tags" Target="../tags/tag49.xml"/><Relationship Id="rId14" Type="http://schemas.openxmlformats.org/officeDocument/2006/relationships/tags" Target="../tags/tag54.xml"/><Relationship Id="rId22" Type="http://schemas.openxmlformats.org/officeDocument/2006/relationships/image" Target="../media/image3.emf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tags" Target="../tags/tag71.xml"/><Relationship Id="rId18" Type="http://schemas.openxmlformats.org/officeDocument/2006/relationships/tags" Target="../tags/tag76.xml"/><Relationship Id="rId26" Type="http://schemas.openxmlformats.org/officeDocument/2006/relationships/tags" Target="../tags/tag84.xml"/><Relationship Id="rId3" Type="http://schemas.openxmlformats.org/officeDocument/2006/relationships/tags" Target="../tags/tag61.xml"/><Relationship Id="rId21" Type="http://schemas.openxmlformats.org/officeDocument/2006/relationships/tags" Target="../tags/tag79.xml"/><Relationship Id="rId34" Type="http://schemas.openxmlformats.org/officeDocument/2006/relationships/image" Target="../media/image11.emf"/><Relationship Id="rId7" Type="http://schemas.openxmlformats.org/officeDocument/2006/relationships/tags" Target="../tags/tag65.xml"/><Relationship Id="rId12" Type="http://schemas.openxmlformats.org/officeDocument/2006/relationships/tags" Target="../tags/tag70.xml"/><Relationship Id="rId17" Type="http://schemas.openxmlformats.org/officeDocument/2006/relationships/tags" Target="../tags/tag75.xml"/><Relationship Id="rId25" Type="http://schemas.openxmlformats.org/officeDocument/2006/relationships/tags" Target="../tags/tag83.xml"/><Relationship Id="rId33" Type="http://schemas.openxmlformats.org/officeDocument/2006/relationships/oleObject" Target="../embeddings/oleObject42.bin"/><Relationship Id="rId2" Type="http://schemas.openxmlformats.org/officeDocument/2006/relationships/tags" Target="../tags/tag60.xml"/><Relationship Id="rId16" Type="http://schemas.openxmlformats.org/officeDocument/2006/relationships/tags" Target="../tags/tag74.xml"/><Relationship Id="rId20" Type="http://schemas.openxmlformats.org/officeDocument/2006/relationships/tags" Target="../tags/tag78.xml"/><Relationship Id="rId29" Type="http://schemas.openxmlformats.org/officeDocument/2006/relationships/oleObject" Target="../embeddings/oleObject40.bin"/><Relationship Id="rId1" Type="http://schemas.openxmlformats.org/officeDocument/2006/relationships/vmlDrawing" Target="../drawings/vmlDrawing38.vml"/><Relationship Id="rId6" Type="http://schemas.openxmlformats.org/officeDocument/2006/relationships/tags" Target="../tags/tag64.xml"/><Relationship Id="rId11" Type="http://schemas.openxmlformats.org/officeDocument/2006/relationships/tags" Target="../tags/tag69.xml"/><Relationship Id="rId24" Type="http://schemas.openxmlformats.org/officeDocument/2006/relationships/tags" Target="../tags/tag82.xml"/><Relationship Id="rId32" Type="http://schemas.openxmlformats.org/officeDocument/2006/relationships/image" Target="../media/image10.emf"/><Relationship Id="rId5" Type="http://schemas.openxmlformats.org/officeDocument/2006/relationships/tags" Target="../tags/tag63.xml"/><Relationship Id="rId15" Type="http://schemas.openxmlformats.org/officeDocument/2006/relationships/tags" Target="../tags/tag73.xml"/><Relationship Id="rId23" Type="http://schemas.openxmlformats.org/officeDocument/2006/relationships/tags" Target="../tags/tag81.xml"/><Relationship Id="rId28" Type="http://schemas.openxmlformats.org/officeDocument/2006/relationships/slideLayout" Target="../slideLayouts/slideLayout2.xml"/><Relationship Id="rId36" Type="http://schemas.openxmlformats.org/officeDocument/2006/relationships/image" Target="../media/image12.emf"/><Relationship Id="rId10" Type="http://schemas.openxmlformats.org/officeDocument/2006/relationships/tags" Target="../tags/tag68.xml"/><Relationship Id="rId19" Type="http://schemas.openxmlformats.org/officeDocument/2006/relationships/tags" Target="../tags/tag77.xml"/><Relationship Id="rId31" Type="http://schemas.openxmlformats.org/officeDocument/2006/relationships/oleObject" Target="../embeddings/oleObject41.bin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tags" Target="../tags/tag72.xml"/><Relationship Id="rId22" Type="http://schemas.openxmlformats.org/officeDocument/2006/relationships/tags" Target="../tags/tag80.xml"/><Relationship Id="rId27" Type="http://schemas.openxmlformats.org/officeDocument/2006/relationships/tags" Target="../tags/tag85.xml"/><Relationship Id="rId30" Type="http://schemas.openxmlformats.org/officeDocument/2006/relationships/image" Target="../media/image3.emf"/><Relationship Id="rId35" Type="http://schemas.openxmlformats.org/officeDocument/2006/relationships/oleObject" Target="../embeddings/oleObject43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vmlDrawing" Target="../drawings/vmlDrawing39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44.bin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13" Type="http://schemas.openxmlformats.org/officeDocument/2006/relationships/oleObject" Target="../embeddings/oleObject45.bin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6" Type="http://schemas.openxmlformats.org/officeDocument/2006/relationships/image" Target="../media/image13.emf"/><Relationship Id="rId1" Type="http://schemas.openxmlformats.org/officeDocument/2006/relationships/vmlDrawing" Target="../drawings/vmlDrawing40.v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5" Type="http://schemas.openxmlformats.org/officeDocument/2006/relationships/oleObject" Target="../embeddings/oleObject46.bin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Relationship Id="rId14" Type="http://schemas.openxmlformats.org/officeDocument/2006/relationships/image" Target="../media/image3.emf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oleObject" Target="../embeddings/oleObject47.bin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98.xml"/><Relationship Id="rId16" Type="http://schemas.openxmlformats.org/officeDocument/2006/relationships/image" Target="../media/image14.emf"/><Relationship Id="rId1" Type="http://schemas.openxmlformats.org/officeDocument/2006/relationships/vmlDrawing" Target="../drawings/vmlDrawing41.v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5" Type="http://schemas.openxmlformats.org/officeDocument/2006/relationships/tags" Target="../tags/tag101.xml"/><Relationship Id="rId15" Type="http://schemas.openxmlformats.org/officeDocument/2006/relationships/oleObject" Target="../embeddings/oleObject48.bin"/><Relationship Id="rId10" Type="http://schemas.openxmlformats.org/officeDocument/2006/relationships/tags" Target="../tags/tag106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image" Target="../media/image3.emf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slideLayout" Target="../slideLayouts/slideLayout3.xml"/><Relationship Id="rId8" Type="http://schemas.openxmlformats.org/officeDocument/2006/relationships/tags" Target="../tags/tag114.xml"/><Relationship Id="rId9" Type="http://schemas.openxmlformats.org/officeDocument/2006/relationships/tags" Target="../tags/tag115.xml"/><Relationship Id="rId10" Type="http://schemas.openxmlformats.org/officeDocument/2006/relationships/tags" Target="../tags/tag116.xml"/><Relationship Id="rId11" Type="http://schemas.openxmlformats.org/officeDocument/2006/relationships/tags" Target="../tags/tag117.xml"/><Relationship Id="rId12" Type="http://schemas.openxmlformats.org/officeDocument/2006/relationships/tags" Target="../tags/tag118.xml"/><Relationship Id="rId13" Type="http://schemas.openxmlformats.org/officeDocument/2006/relationships/tags" Target="../tags/tag119.xml"/><Relationship Id="rId14" Type="http://schemas.openxmlformats.org/officeDocument/2006/relationships/tags" Target="../tags/tag120.xml"/><Relationship Id="rId15" Type="http://schemas.openxmlformats.org/officeDocument/2006/relationships/tags" Target="../tags/tag121.xml"/><Relationship Id="rId16" Type="http://schemas.openxmlformats.org/officeDocument/2006/relationships/tags" Target="../tags/tag122.xml"/><Relationship Id="rId17" Type="http://schemas.openxmlformats.org/officeDocument/2006/relationships/tags" Target="../tags/tag123.xml"/><Relationship Id="rId18" Type="http://schemas.openxmlformats.org/officeDocument/2006/relationships/tags" Target="../tags/tag124.xml"/><Relationship Id="rId19" Type="http://schemas.openxmlformats.org/officeDocument/2006/relationships/tags" Target="../tags/tag125.xml"/><Relationship Id="rId20" Type="http://schemas.openxmlformats.org/officeDocument/2006/relationships/tags" Target="../tags/tag126.xml"/><Relationship Id="rId21" Type="http://schemas.openxmlformats.org/officeDocument/2006/relationships/tags" Target="../tags/tag127.xml"/><Relationship Id="rId22" Type="http://schemas.openxmlformats.org/officeDocument/2006/relationships/tags" Target="../tags/tag128.xml"/><Relationship Id="rId23" Type="http://schemas.openxmlformats.org/officeDocument/2006/relationships/tags" Target="../tags/tag129.xml"/><Relationship Id="rId24" Type="http://schemas.openxmlformats.org/officeDocument/2006/relationships/tags" Target="../tags/tag130.xml"/><Relationship Id="rId25" Type="http://schemas.openxmlformats.org/officeDocument/2006/relationships/tags" Target="../tags/tag131.xml"/><Relationship Id="rId26" Type="http://schemas.openxmlformats.org/officeDocument/2006/relationships/tags" Target="../tags/tag132.xml"/><Relationship Id="rId27" Type="http://schemas.openxmlformats.org/officeDocument/2006/relationships/tags" Target="../tags/tag133.xml"/><Relationship Id="rId28" Type="http://schemas.openxmlformats.org/officeDocument/2006/relationships/tags" Target="../tags/tag134.xml"/><Relationship Id="rId29" Type="http://schemas.openxmlformats.org/officeDocument/2006/relationships/tags" Target="../tags/tag135.xml"/><Relationship Id="rId30" Type="http://schemas.openxmlformats.org/officeDocument/2006/relationships/tags" Target="../tags/tag136.xml"/><Relationship Id="rId31" Type="http://schemas.openxmlformats.org/officeDocument/2006/relationships/tags" Target="../tags/tag137.xml"/><Relationship Id="rId32" Type="http://schemas.openxmlformats.org/officeDocument/2006/relationships/tags" Target="../tags/tag138.xml"/><Relationship Id="rId33" Type="http://schemas.openxmlformats.org/officeDocument/2006/relationships/tags" Target="../tags/tag139.xml"/><Relationship Id="rId34" Type="http://schemas.openxmlformats.org/officeDocument/2006/relationships/tags" Target="../tags/tag140.xml"/><Relationship Id="rId35" Type="http://schemas.openxmlformats.org/officeDocument/2006/relationships/tags" Target="../tags/tag141.xml"/><Relationship Id="rId36" Type="http://schemas.openxmlformats.org/officeDocument/2006/relationships/chart" Target="../charts/chart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Hvide kasser</a:t>
            </a:r>
            <a:endParaRPr lang="da-DK" dirty="0"/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 med checkliste på 4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 smtClean="0">
                  <a:solidFill>
                    <a:srgbClr val="000000"/>
                  </a:solidFill>
                </a:rPr>
                <a:t>[ Indsæt tekst der må være op til to linjer lang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 uden skygge til citater, 1 stor med tre citater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smtClean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>
                <a:solidFill>
                  <a:srgbClr val="000000"/>
                </a:solidFill>
              </a:rPr>
              <a:t>Note: [ Angiv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 smtClean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 smtClean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 smtClean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 smtClean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2x1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66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1x2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76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</a:t>
            </a:r>
            <a:r>
              <a:rPr lang="da-DK" dirty="0" smtClean="0"/>
              <a:t>vertikale med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Baggrund og anbefaling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Anbefaling [erstat gerne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med en sigende tekst]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Baggrund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 smtClean="0"/>
                  <a:t>Marker</a:t>
                </a:r>
                <a:r>
                  <a:rPr lang="da-DK" sz="1600" dirty="0" smtClean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7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ligeværdig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højretung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8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venstretung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2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7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uafsluttet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0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0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0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uafsluttet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6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59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</a:t>
            </a:r>
            <a:r>
              <a:rPr lang="da-DK" dirty="0" smtClean="0"/>
              <a:t>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to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 i to linjer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da-DK" sz="1400" dirty="0" smtClean="0"/>
                        <a:t>[ Tekst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6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 i to linjer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8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fire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 i to linjer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8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fem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 i to linjer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2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3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4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7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5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4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1-3-2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 smtClean="0"/>
                        <a:t>        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47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 smtClean="0"/>
                        <a:t>        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1-2-3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1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2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3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4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5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[ KPI definition – skriv navn som overskrift ]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/>
                <a:gridCol w="6316253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KPI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Giv </a:t>
                      </a:r>
                      <a:r>
                        <a:rPr lang="da-DK" sz="1200" b="1" kern="1200" dirty="0" err="1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KPI’en</a:t>
                      </a:r>
                      <a:r>
                        <a:rPr lang="da-DK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et navn ]</a:t>
                      </a: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Definition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Beskriv</a:t>
                      </a:r>
                      <a:r>
                        <a:rPr lang="da-DK" sz="1200" baseline="0" dirty="0" smtClean="0"/>
                        <a:t> præcist hvad </a:t>
                      </a:r>
                      <a:r>
                        <a:rPr lang="da-DK" sz="1200" baseline="0" dirty="0" err="1" smtClean="0"/>
                        <a:t>KPI’en</a:t>
                      </a:r>
                      <a:r>
                        <a:rPr lang="da-DK" sz="1200" baseline="0" dirty="0" smtClean="0"/>
                        <a:t> viser, hvordan den beregnes, eventuelle usikkerheder samt hvordan den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Måles pr.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Beskriv frekvensen på hvornår det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Måles</a:t>
                      </a:r>
                      <a:r>
                        <a:rPr lang="da-DK" sz="1200" baseline="0" dirty="0" smtClean="0"/>
                        <a:t> af.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Navn samt</a:t>
                      </a:r>
                      <a:r>
                        <a:rPr lang="da-DK" sz="1200" baseline="0" dirty="0" smtClean="0"/>
                        <a:t> fuld afdelingsnavn inkl. hierarki]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Baseline</a:t>
                      </a:r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Lav en graf (søjler eller linje) der viser den historiske udvikling samt de satte </a:t>
                      </a:r>
                      <a:r>
                        <a:rPr lang="da-DK" sz="1200" dirty="0" err="1" smtClean="0"/>
                        <a:t>targets</a:t>
                      </a:r>
                      <a:r>
                        <a:rPr lang="da-DK" sz="1200" dirty="0" smtClean="0"/>
                        <a:t> – husk at historik</a:t>
                      </a:r>
                      <a:r>
                        <a:rPr lang="da-DK" sz="1200" baseline="0" dirty="0" smtClean="0"/>
                        <a:t> og </a:t>
                      </a:r>
                      <a:r>
                        <a:rPr lang="da-DK" sz="1200" baseline="0" dirty="0" err="1" smtClean="0"/>
                        <a:t>target</a:t>
                      </a:r>
                      <a:r>
                        <a:rPr lang="da-DK" sz="1200" baseline="0" dirty="0" smtClean="0"/>
                        <a:t> skal være forskellige farver ]</a:t>
                      </a:r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Targets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Angiv</a:t>
                      </a:r>
                      <a:r>
                        <a:rPr lang="da-DK" sz="1200" baseline="0" dirty="0" smtClean="0"/>
                        <a:t> fire </a:t>
                      </a:r>
                      <a:r>
                        <a:rPr lang="da-DK" sz="1200" baseline="0" dirty="0" err="1" smtClean="0"/>
                        <a:t>targets</a:t>
                      </a:r>
                      <a:r>
                        <a:rPr lang="da-DK" sz="1200" baseline="0" dirty="0" smtClean="0"/>
                        <a:t> (eks. kvartaler) i tekst for at undgå misforståelser ud fra grafen ]</a:t>
                      </a:r>
                      <a:endParaRPr lang="da-DK" sz="1200" kern="1200" dirty="0" smtClean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 smtClean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 smtClean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/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da-DK" sz="1000" b="1" dirty="0"/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 smtClean="0"/>
              <a:t>.</a:t>
            </a:r>
            <a:endParaRPr lang="da-DK" sz="1000" dirty="0"/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Overskrift på kassen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Overskrift på kassen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med venstrevendt 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da-DK" sz="1200" b="1" dirty="0" smtClean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  <a:endParaRPr lang="da-DK" sz="1200" dirty="0"/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Overskrift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uden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400" b="1" dirty="0" smtClean="0">
                  <a:solidFill>
                    <a:schemeClr val="bg1"/>
                  </a:solidFill>
                </a:rPr>
                <a:t>[ Overskrift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</a:t>
            </a:r>
            <a:r>
              <a:rPr lang="da-DK" dirty="0" smtClean="0"/>
              <a:t>højrevendt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/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Kun streger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Sort streg,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</a:t>
              </a: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074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</a:t>
              </a: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09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med 3 underpunkter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47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370840">
                <a:tc gridSpan="2"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da-DK" dirty="0" smtClean="0"/>
                        <a:t>[ Overskriften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da-DK" dirty="0" smtClean="0"/>
                        <a:t>[ Overskriften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4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 smtClean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 smtClean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2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/>
                <a:gridCol w="1710598"/>
                <a:gridCol w="102636"/>
                <a:gridCol w="4002797"/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1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/>
                <a:gridCol w="5114504"/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1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7200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2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3564000"/>
                <a:gridCol w="36000"/>
                <a:gridCol w="36000"/>
                <a:gridCol w="3564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6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3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2340000"/>
                <a:gridCol w="36000"/>
                <a:gridCol w="36000"/>
                <a:gridCol w="2340000"/>
                <a:gridCol w="36000"/>
                <a:gridCol w="36000"/>
                <a:gridCol w="2448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9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4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764000"/>
                <a:gridCol w="36000"/>
                <a:gridCol w="36000"/>
                <a:gridCol w="1728000"/>
                <a:gridCol w="36000"/>
                <a:gridCol w="36000"/>
                <a:gridCol w="1728000"/>
                <a:gridCol w="36000"/>
                <a:gridCol w="36000"/>
                <a:gridCol w="1764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5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368000"/>
                <a:gridCol w="36000"/>
                <a:gridCol w="36000"/>
                <a:gridCol w="1332000"/>
                <a:gridCol w="36000"/>
                <a:gridCol w="36000"/>
                <a:gridCol w="1368000"/>
                <a:gridCol w="36000"/>
                <a:gridCol w="36000"/>
                <a:gridCol w="1368000"/>
                <a:gridCol w="36000"/>
                <a:gridCol w="36000"/>
                <a:gridCol w="1368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5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6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116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8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1400" dirty="0" smtClean="0">
                  <a:solidFill>
                    <a:schemeClr val="tx1"/>
                  </a:solidFill>
                </a:rPr>
                <a:t>[ Tekst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1 kasse og 6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84157"/>
                <a:gridCol w="1284157"/>
                <a:gridCol w="1284157"/>
                <a:gridCol w="1284157"/>
                <a:gridCol w="1284157"/>
                <a:gridCol w="1284157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2 kasser og 3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51552"/>
                <a:gridCol w="1251552"/>
                <a:gridCol w="1251552"/>
                <a:gridCol w="216025"/>
                <a:gridCol w="1248139"/>
                <a:gridCol w="1248139"/>
                <a:gridCol w="1248139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3 kasser og 2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/>
                <a:gridCol w="1274853"/>
                <a:gridCol w="1274853"/>
                <a:gridCol w="72000"/>
                <a:gridCol w="1281435"/>
                <a:gridCol w="1281435"/>
                <a:gridCol w="72000"/>
                <a:gridCol w="1271823"/>
                <a:gridCol w="1271823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4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944000"/>
                <a:gridCol w="108000"/>
                <a:gridCol w="1944000"/>
                <a:gridCol w="108000"/>
                <a:gridCol w="1944000"/>
                <a:gridCol w="108000"/>
                <a:gridCol w="1944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5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6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36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1 kasser, 8 kolonner</a:t>
            </a:r>
            <a:endParaRPr lang="da-DK" dirty="0"/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38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2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1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3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4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5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5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8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6 kasser, 8 kolonner</a:t>
            </a:r>
            <a:endParaRPr lang="da-DK" dirty="0"/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Tabeller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 – kan ikke farves i cellerne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8 kolonner + en kasse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864000"/>
                <a:gridCol w="72000"/>
                <a:gridCol w="75600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Plus/Minus liste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3240000"/>
                <a:gridCol w="72000"/>
                <a:gridCol w="3240000"/>
              </a:tblGrid>
              <a:tr h="144016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Område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Plus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Minus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I denne template anbefales det at have mellem 3 og 5 </a:t>
                </a:r>
                <a:r>
                  <a:rPr lang="da-DK" sz="1100" dirty="0" err="1" smtClean="0"/>
                  <a:t>bullets</a:t>
                </a:r>
                <a:r>
                  <a:rPr lang="da-DK" sz="1100" dirty="0" smtClean="0"/>
                  <a:t> pr. ”kasse” i tabellen.</a:t>
                </a: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Klassisk tabel, 5x5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/>
                <a:gridCol w="1189774"/>
                <a:gridCol w="1189774"/>
                <a:gridCol w="1189774"/>
                <a:gridCol w="1189774"/>
                <a:gridCol w="1189774"/>
                <a:gridCol w="1189774"/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da-DK" sz="1400" b="1" dirty="0" smtClean="0">
                          <a:solidFill>
                            <a:schemeClr val="tx1"/>
                          </a:solidFill>
                        </a:rPr>
                        <a:t>Overskrift på tabellen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da-DK" sz="1000" dirty="0" smtClean="0">
                          <a:solidFill>
                            <a:schemeClr val="tx1"/>
                          </a:solidFill>
                        </a:rPr>
                        <a:t>Noter: [ indsæt noter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ramme omkring og overskrift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/>
                <a:gridCol w="1379855"/>
                <a:gridCol w="1440000"/>
                <a:gridCol w="1440000"/>
                <a:gridCol w="227330"/>
                <a:gridCol w="900000"/>
                <a:gridCol w="900000"/>
                <a:gridCol w="900000"/>
                <a:gridCol w="900000"/>
                <a:gridCol w="42215"/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da-DK" sz="1000" b="1" dirty="0" smtClean="0">
                          <a:solidFill>
                            <a:sysClr val="windowText" lastClr="000000"/>
                          </a:solidFill>
                        </a:rPr>
                        <a:t>Overskrifter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sz="1000" b="1" dirty="0" smtClean="0"/>
                        <a:t>Over-overskrift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da-DK" sz="1000" dirty="0" smtClean="0"/>
                        <a:t>Noter: [ Indsæt noter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 smtClean="0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Brug gerne tal eller lignende.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Trekanter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78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Trekant, enkel med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9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dirty="0" smtClean="0"/>
              <a:t>[ Tekst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a-DK" dirty="0" smtClean="0"/>
              <a:t>[ Tekst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dirty="0" smtClean="0"/>
              <a:t>[ Tekst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 og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cirkler, tekst ved hjørnerne og uddybning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 smtClean="0"/>
              <a:t>Trekant med cirkler, tekst ved hjørnerne, uddybning samt fremhævning af kanterne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Dokumentstruktur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dirty="0" smtClean="0"/>
                        <a:t>[ Tekst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Brug dette slide løbende i præsentationen som adskillelse (divider) mellem de forskellige afsnit/kapitler.</a:t>
              </a:r>
              <a:br>
                <a:rPr lang="da-DK" sz="1600" dirty="0" smtClean="0"/>
              </a:br>
              <a:r>
                <a:rPr lang="da-DK" sz="1600" dirty="0" smtClean="0"/>
                <a:t/>
              </a:r>
              <a:br>
                <a:rPr lang="da-DK" sz="1600" dirty="0" smtClean="0"/>
              </a:br>
              <a:r>
                <a:rPr lang="da-DK" sz="1600" dirty="0" smtClean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Ændringslog til dokumentet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85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/>
                <a:gridCol w="1211741"/>
                <a:gridCol w="1211741"/>
                <a:gridCol w="3332289"/>
                <a:gridCol w="1817612"/>
                <a:gridCol w="35523"/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Dato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Version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Ændringer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Ansvarlig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da-DK" sz="1000" dirty="0" smtClean="0"/>
                        <a:t>Noter: [ Indsæt noter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med indhold i tabellen. Brug gerne tal eller lignende</a:t>
                </a:r>
                <a:r>
                  <a:rPr lang="da-DK" sz="1100" dirty="0" smtClean="0"/>
                  <a:t>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[ Agendapunkt – skriv navn som overskrift - DA ]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86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/>
                <a:gridCol w="427826"/>
                <a:gridCol w="6228000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Emne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da-DK" sz="1200" b="0" kern="1200" baseline="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Overskrift på emnet fra agendaen – eks. 4.1 Beslutning om …</a:t>
                      </a:r>
                      <a:r>
                        <a:rPr lang="da-DK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da-DK" sz="1200" b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 smtClean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40808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Ansvarlig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[ Angi</a:t>
                      </a:r>
                      <a:r>
                        <a:rPr lang="da-DK" sz="1200" baseline="0" dirty="0" smtClean="0"/>
                        <a:t>v navn eller navne samt organisation for den der fremlæger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Forum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Angiv hvilket møde der er tale om samt dato og eventuelt sted for indlæg. Vær så præcis som mulig.</a:t>
                      </a:r>
                    </a:p>
                    <a:p>
                      <a:r>
                        <a:rPr lang="da-DK" sz="1200" dirty="0" smtClean="0"/>
                        <a:t>Eksempelvis </a:t>
                      </a:r>
                      <a:r>
                        <a:rPr lang="da-DK" sz="1200" i="1" dirty="0" smtClean="0"/>
                        <a:t>Ledermøde</a:t>
                      </a:r>
                      <a:r>
                        <a:rPr lang="da-DK" sz="1200" i="1" baseline="0" dirty="0" smtClean="0"/>
                        <a:t> i XX den 30. januar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 smtClean="0"/>
                        <a:t>Type 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Beslutning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Information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Diskussion/Modtagelse af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Fælles problemløsning/workshop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Formål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[ Beskriv</a:t>
                      </a:r>
                      <a:r>
                        <a:rPr lang="da-DK" sz="1200" baseline="0" dirty="0" smtClean="0"/>
                        <a:t> formålet med agendapunktet i et par sætninger ]</a:t>
                      </a:r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600" dirty="0" smtClean="0"/>
                  <a:t/>
                </a:r>
                <a:br>
                  <a:rPr lang="da-DK" sz="1600" dirty="0" smtClean="0"/>
                </a:br>
                <a:r>
                  <a:rPr lang="da-DK" sz="1600" dirty="0" smtClean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 smtClean="0"/>
                  <a:t>habve</a:t>
                </a:r>
                <a:r>
                  <a:rPr lang="da-DK" sz="1600" dirty="0" smtClean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Grå kasser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(2x1)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2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(1x2)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89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4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Fire (2x2)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90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42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(2+1)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91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0" name="think-cell Slide" r:id="rId21" imgW="360" imgH="360" progId="TCLayout.ActiveDocument.1">
                  <p:embed/>
                </p:oleObj>
              </mc:Choice>
              <mc:Fallback>
                <p:oleObj name="think-cell Slide" r:id="rId21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horisontale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cxnSp>
        <p:nvCxnSpPr>
          <p:cNvPr id="40" name="Lige forbindelse 39"/>
          <p:cNvCxnSpPr/>
          <p:nvPr>
            <p:custDataLst>
              <p:tags r:id="rId4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5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1" name="Diagram" r:id="rId23" imgW="2600241" imgH="1543185" progId="MSGraph.Chart.8">
                  <p:embed followColorScheme="full"/>
                </p:oleObj>
              </mc:Choice>
              <mc:Fallback>
                <p:oleObj name="Diagram" r:id="rId23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7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8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9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10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1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2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3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2" name="Diagram" r:id="rId25" imgW="2600241" imgH="1514543" progId="MSGraph.Chart.8">
                  <p:embed followColorScheme="full"/>
                </p:oleObj>
              </mc:Choice>
              <mc:Fallback>
                <p:oleObj name="Diagram" r:id="rId25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5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6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7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8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9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0" name="think-cell Slide" r:id="rId29" imgW="360" imgH="360" progId="TCLayout.ActiveDocument.1">
                  <p:embed/>
                </p:oleObj>
              </mc:Choice>
              <mc:Fallback>
                <p:oleObj name="think-cell Slide" r:id="rId29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cxnSp>
        <p:nvCxnSpPr>
          <p:cNvPr id="54" name="Lige forbindelse 53"/>
          <p:cNvCxnSpPr/>
          <p:nvPr>
            <p:custDataLst>
              <p:tags r:id="rId4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5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1" name="Diagram" r:id="rId31" imgW="2619392" imgH="1676400" progId="MSGraph.Chart.8">
                  <p:embed followColorScheme="full"/>
                </p:oleObj>
              </mc:Choice>
              <mc:Fallback>
                <p:oleObj name="Diagram" r:id="rId31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7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8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9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10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1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2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3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2" name="Diagram" r:id="rId33" imgW="2628833" imgH="1666943" progId="MSGraph.Chart.8">
                  <p:embed followColorScheme="full"/>
                </p:oleObj>
              </mc:Choice>
              <mc:Fallback>
                <p:oleObj name="Diagram" r:id="rId33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5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6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7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8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9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20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1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3" name="Diagram" r:id="rId35" imgW="2609951" imgH="1666943" progId="MSGraph.Chart.8">
                  <p:embed followColorScheme="full"/>
                </p:oleObj>
              </mc:Choice>
              <mc:Fallback>
                <p:oleObj name="Diagram" r:id="rId35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3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4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5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6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7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666"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da-DK" sz="950" b="1" dirty="0" smtClean="0">
                <a:solidFill>
                  <a:srgbClr val="000000"/>
                </a:solidFill>
              </a:rPr>
              <a:t>[ Overskrift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da-DK" sz="950" dirty="0" smtClean="0">
                <a:solidFill>
                  <a:srgbClr val="000000"/>
                </a:solidFill>
              </a:rPr>
              <a:t>[ Punkt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100" b="1" dirty="0" smtClean="0">
                <a:solidFill>
                  <a:schemeClr val="bg1"/>
                </a:solidFill>
              </a:rPr>
              <a:t>[ Overskrift i op til to linjer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 smtClean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 [ Angiv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2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3" name="Diagram" r:id="rId15" imgW="3228992" imgH="1809885" progId="MSGraph.Chart.8">
                  <p:embed followColorScheme="full"/>
                </p:oleObj>
              </mc:Choice>
              <mc:Fallback>
                <p:oleObj name="Diagram" r:id="rId15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9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1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6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En kasse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7" name="Diagram" r:id="rId15" imgW="7600849" imgH="1809885" progId="MSGraph.Chart.8">
                  <p:embed followColorScheme="full"/>
                </p:oleObj>
              </mc:Choice>
              <mc:Fallback>
                <p:oleObj name="Diagram" r:id="rId15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9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1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Markeringer, stempler m.m.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Markeringer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98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Stempler og lignende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99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sz="1800" b="1" dirty="0" smtClean="0">
                  <a:latin typeface="Arial" charset="0"/>
                </a:rPr>
                <a:t>Fortroligt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sz="1800" b="1">
                  <a:solidFill>
                    <a:srgbClr val="FF3300"/>
                  </a:solidFill>
                  <a:latin typeface="Arial" charset="0"/>
                </a:rPr>
                <a:t>Udkast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1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Fortroligt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400" b="1" dirty="0" smtClean="0"/>
                <a:t>Diskussionsoplæg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400" b="1" dirty="0" smtClean="0"/>
                <a:t>Arbejdsdokument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 smtClean="0"/>
              <a:t>Kicker</a:t>
            </a:r>
            <a:r>
              <a:rPr lang="da-DK" sz="1200" dirty="0" smtClean="0"/>
              <a:t> </a:t>
            </a:r>
            <a:r>
              <a:rPr lang="da-DK" sz="1200" dirty="0" err="1" smtClean="0"/>
              <a:t>box</a:t>
            </a:r>
            <a:r>
              <a:rPr lang="da-DK" sz="1200" dirty="0" smtClean="0"/>
              <a:t>: </a:t>
            </a:r>
            <a:r>
              <a:rPr lang="da-DK" sz="1200" dirty="0" err="1" smtClean="0"/>
              <a:t>Lorem</a:t>
            </a:r>
            <a:r>
              <a:rPr lang="da-DK" sz="1200" dirty="0" smtClean="0"/>
              <a:t> </a:t>
            </a:r>
            <a:r>
              <a:rPr lang="da-DK" sz="1200" dirty="0" err="1" smtClean="0"/>
              <a:t>ipsum.l</a:t>
            </a:r>
            <a:r>
              <a:rPr lang="da-DK" sz="1200" dirty="0" smtClean="0"/>
              <a:t> </a:t>
            </a:r>
            <a:r>
              <a:rPr lang="da-DK" sz="1200" dirty="0" err="1" smtClean="0"/>
              <a:t>ælkjfa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fæ </a:t>
            </a:r>
            <a:r>
              <a:rPr lang="da-DK" sz="1200" dirty="0" err="1" smtClean="0"/>
              <a:t>ælkfa</a:t>
            </a:r>
            <a:r>
              <a:rPr lang="da-DK" sz="1200" dirty="0" smtClean="0"/>
              <a:t> </a:t>
            </a:r>
            <a:r>
              <a:rPr lang="da-DK" sz="1200" dirty="0" err="1" smtClean="0"/>
              <a:t>jækjfæl</a:t>
            </a:r>
            <a:r>
              <a:rPr lang="da-DK" sz="1200" dirty="0" smtClean="0"/>
              <a:t> </a:t>
            </a:r>
            <a:r>
              <a:rPr lang="da-DK" sz="1200" dirty="0" err="1" smtClean="0"/>
              <a:t>jfaæl</a:t>
            </a:r>
            <a:endParaRPr lang="da-DK" sz="1200" dirty="0" smtClean="0"/>
          </a:p>
          <a:p>
            <a:endParaRPr lang="da-DK" sz="1200" dirty="0" smtClean="0"/>
          </a:p>
          <a:p>
            <a:r>
              <a:rPr lang="da-DK" sz="1200" dirty="0" smtClean="0"/>
              <a:t>Kan have op til tre linjer</a:t>
            </a:r>
          </a:p>
        </p:txBody>
      </p:sp>
      <p:grpSp>
        <p:nvGrpSpPr>
          <p:cNvPr id="30" name="Gruppe 29"/>
          <p:cNvGrpSpPr/>
          <p:nvPr/>
        </p:nvGrpSpPr>
        <p:grpSpPr>
          <a:xfrm>
            <a:off x="2699792" y="4941168"/>
            <a:ext cx="2478155" cy="1584176"/>
            <a:chOff x="1393523" y="3400019"/>
            <a:chExt cx="3924144" cy="2508532"/>
          </a:xfrm>
        </p:grpSpPr>
        <p:sp>
          <p:nvSpPr>
            <p:cNvPr id="31" name="Kombinationstegning 30"/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32" name="Lige forbindelse 31"/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Lige forbindelse 36"/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uppe 64"/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44" name="Kombinationstegning 43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5" name="Lige forbindelse 44"/>
              <p:cNvCxnSpPr>
                <a:stCxn id="4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Lige forbindelse 45"/>
              <p:cNvCxnSpPr>
                <a:stCxn id="4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Ellipse 38"/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40" name="Gruppe 66"/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41" name="Kombinationstegning 40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2" name="Lige forbindelse 41"/>
              <p:cNvCxnSpPr>
                <a:stCxn id="4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Lige forbindelse 42"/>
              <p:cNvCxnSpPr>
                <a:stCxn id="4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da-DK" sz="1200" b="1" dirty="0" smtClean="0"/>
              <a:t>[ Dokumentnavn ] </a:t>
            </a:r>
            <a:r>
              <a:rPr lang="da-DK" sz="1200" b="1" dirty="0"/>
              <a:t>&gt; </a:t>
            </a:r>
            <a:r>
              <a:rPr lang="da-DK" sz="1200" b="1" dirty="0" smtClean="0"/>
              <a:t>[ Aktuelt afsnit fra indholdsfortegnelsen ]</a:t>
            </a:r>
            <a:endParaRPr lang="da-DK" sz="1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Flowchart</a:t>
            </a:r>
            <a:r>
              <a:rPr lang="da-DK" dirty="0" smtClean="0"/>
              <a:t> ikoner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100</a:t>
            </a:fld>
            <a:endParaRPr lang="da-DK" noProof="0"/>
          </a:p>
        </p:txBody>
      </p:sp>
      <p:grpSp>
        <p:nvGrpSpPr>
          <p:cNvPr id="11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Udfyldt blanket 46"/>
          <p:cNvSpPr/>
          <p:nvPr/>
        </p:nvSpPr>
        <p:spPr bwMode="auto">
          <a:xfrm>
            <a:off x="4129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Dokument</a:t>
            </a:r>
            <a:r>
              <a:rPr kumimoji="0" lang="da-DK" sz="8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48" name="Multidokument 47"/>
          <p:cNvSpPr/>
          <p:nvPr/>
        </p:nvSpPr>
        <p:spPr bwMode="auto">
          <a:xfrm>
            <a:off x="1766605" y="2276872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[dokumenter</a:t>
            </a:r>
          </a:p>
        </p:txBody>
      </p:sp>
      <p:sp>
        <p:nvSpPr>
          <p:cNvPr id="49" name="Alternativ proces 48"/>
          <p:cNvSpPr/>
          <p:nvPr/>
        </p:nvSpPr>
        <p:spPr bwMode="auto">
          <a:xfrm>
            <a:off x="2943597" y="1780661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Start / Stop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Proces 49"/>
          <p:cNvSpPr/>
          <p:nvPr/>
        </p:nvSpPr>
        <p:spPr bwMode="auto">
          <a:xfrm>
            <a:off x="2943378" y="2276872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Proces / Handling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51" name="Gruppe 50"/>
          <p:cNvGrpSpPr/>
          <p:nvPr/>
        </p:nvGrpSpPr>
        <p:grpSpPr>
          <a:xfrm>
            <a:off x="2126645" y="3356992"/>
            <a:ext cx="762215" cy="710735"/>
            <a:chOff x="5565538" y="3493492"/>
            <a:chExt cx="762215" cy="710735"/>
          </a:xfrm>
        </p:grpSpPr>
        <p:cxnSp>
          <p:nvCxnSpPr>
            <p:cNvPr id="52" name="Buet forbindelse 37"/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3" name="Tekstfelt 38"/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 smtClean="0"/>
                <a:t>[ Tekst ]</a:t>
              </a:r>
            </a:p>
          </p:txBody>
        </p:sp>
      </p:grpSp>
      <p:sp>
        <p:nvSpPr>
          <p:cNvPr id="54" name="Beslutning 53"/>
          <p:cNvSpPr/>
          <p:nvPr/>
        </p:nvSpPr>
        <p:spPr bwMode="auto">
          <a:xfrm>
            <a:off x="3030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800" dirty="0" smtClean="0"/>
              <a:t>[ Beslutning]</a:t>
            </a:r>
          </a:p>
        </p:txBody>
      </p:sp>
      <p:grpSp>
        <p:nvGrpSpPr>
          <p:cNvPr id="55" name="Gruppe 54"/>
          <p:cNvGrpSpPr/>
          <p:nvPr/>
        </p:nvGrpSpPr>
        <p:grpSpPr>
          <a:xfrm>
            <a:off x="1406565" y="4365104"/>
            <a:ext cx="1584176" cy="648072"/>
            <a:chOff x="2123728" y="5157192"/>
            <a:chExt cx="1584176" cy="648072"/>
          </a:xfrm>
        </p:grpSpPr>
        <p:cxnSp>
          <p:nvCxnSpPr>
            <p:cNvPr id="56" name="Lige pilforbindelse 55"/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7" name="Tekstfelt 38"/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 smtClean="0"/>
                <a:t>[ Tekst ]</a:t>
              </a:r>
            </a:p>
          </p:txBody>
        </p:sp>
      </p:grpSp>
      <p:cxnSp>
        <p:nvCxnSpPr>
          <p:cNvPr id="64" name="Buet forbindelse 34"/>
          <p:cNvCxnSpPr/>
          <p:nvPr/>
        </p:nvCxnSpPr>
        <p:spPr bwMode="auto">
          <a:xfrm flipH="1" flipV="1">
            <a:off x="3923928" y="3861048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65" name="Billede 64"/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4509120"/>
            <a:ext cx="363432" cy="517191"/>
          </a:xfrm>
          <a:prstGeom prst="rect">
            <a:avLst/>
          </a:prstGeom>
        </p:spPr>
      </p:pic>
      <p:grpSp>
        <p:nvGrpSpPr>
          <p:cNvPr id="68" name="Gruppe 67"/>
          <p:cNvGrpSpPr/>
          <p:nvPr/>
        </p:nvGrpSpPr>
        <p:grpSpPr>
          <a:xfrm>
            <a:off x="1403648" y="5373216"/>
            <a:ext cx="946800" cy="378627"/>
            <a:chOff x="1403648" y="5373216"/>
            <a:chExt cx="946800" cy="378627"/>
          </a:xfrm>
        </p:grpSpPr>
        <p:sp>
          <p:nvSpPr>
            <p:cNvPr id="66" name="Proces 65"/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800" dirty="0" smtClean="0">
                  <a:latin typeface="Verdana" pitchFamily="34" charset="0"/>
                </a:rPr>
                <a:t>Tekst</a:t>
              </a:r>
              <a:endPara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7" name="Afrundet rektangel 66"/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600" dirty="0" smtClean="0">
                  <a:latin typeface="Verdana" pitchFamily="34" charset="0"/>
                </a:rPr>
                <a:t>Tekst</a:t>
              </a:r>
              <a:endParaRPr kumimoji="0" lang="da-DK" sz="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05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One-page templates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29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6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6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27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41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4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12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18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42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6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25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19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43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4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2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13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heme/theme1.xml><?xml version="1.0" encoding="utf-8"?>
<a:theme xmlns:a="http://schemas.openxmlformats.org/drawingml/2006/main" name="1_Default Theme">
  <a:themeElements>
    <a:clrScheme name="07 Blå">
      <a:dk1>
        <a:srgbClr val="000000"/>
      </a:dk1>
      <a:lt1>
        <a:srgbClr val="FFFFFF"/>
      </a:lt1>
      <a:dk2>
        <a:srgbClr val="266BAF"/>
      </a:dk2>
      <a:lt2>
        <a:srgbClr val="A8C4DF"/>
      </a:lt2>
      <a:accent1>
        <a:srgbClr val="90979B"/>
      </a:accent1>
      <a:accent2>
        <a:srgbClr val="66ADD3"/>
      </a:accent2>
      <a:accent3>
        <a:srgbClr val="C83A3A"/>
      </a:accent3>
      <a:accent4>
        <a:srgbClr val="FBCF3E"/>
      </a:accent4>
      <a:accent5>
        <a:srgbClr val="7FA745"/>
      </a:accent5>
      <a:accent6>
        <a:srgbClr val="A25790"/>
      </a:accent6>
      <a:hlink>
        <a:srgbClr val="266BAF"/>
      </a:hlink>
      <a:folHlink>
        <a:srgbClr val="6F6093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13074</Words>
  <Application>Microsoft Office PowerPoint</Application>
  <PresentationFormat>Skærmshow (4:3)</PresentationFormat>
  <Paragraphs>3465</Paragraphs>
  <Slides>100</Slides>
  <Notes>12</Notes>
  <HiddenSlides>0</HiddenSlides>
  <MMClips>0</MMClips>
  <ScaleCrop>false</ScaleCrop>
  <HeadingPairs>
    <vt:vector size="8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Integrerede OLE-servere</vt:lpstr>
      </vt:variant>
      <vt:variant>
        <vt:i4>2</vt:i4>
      </vt:variant>
      <vt:variant>
        <vt:lpstr>Slidetitler</vt:lpstr>
      </vt:variant>
      <vt:variant>
        <vt:i4>100</vt:i4>
      </vt:variant>
    </vt:vector>
  </HeadingPairs>
  <TitlesOfParts>
    <vt:vector size="107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Ændringslog til dokumentet</vt:lpstr>
      <vt:lpstr>[ Agendapunkt – skriv navn som overskrift ]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Flowchart ikoner</vt:lpstr>
    </vt:vector>
  </TitlesOfParts>
  <Company>TDC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126</cp:revision>
  <dcterms:created xsi:type="dcterms:W3CDTF">2013-05-22T12:19:33Z</dcterms:created>
  <dcterms:modified xsi:type="dcterms:W3CDTF">2014-06-01T20:11:40Z</dcterms:modified>
</cp:coreProperties>
</file>