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8E90-F84F-7861-BBFD-DB82573C2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F3FA-5AF7-DAC8-E79E-0C3155633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933B9-8185-1561-5B41-8AC7EFFE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59121-1C3E-EECF-507C-2B6C0660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F77F-23FF-D049-2271-FE4426A8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6777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0357-49C0-7921-5A1C-3BF8C7C1F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F8872-AB9A-2913-CC9C-A5F7233FB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1235E-9DC8-8EA2-47AF-133506B0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CB971-240D-05D2-60BF-3CEB4A76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A00EA-F515-F310-3310-042078CA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6259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BC9A-9445-620C-A483-9BE643CB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91D8B-F269-D5FB-D4A2-5B5CD48A0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227D4-914A-4DFA-D71C-AE89D19B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48E42-D615-F99E-A048-31C4AC38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709FD-0E2A-7F02-5332-D41D49B5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5318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0E50-6215-4680-8210-49EB7402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C9F45-CD3A-52BB-3970-E09F10654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8C7AC-DE5B-8DCE-B3E6-D5FBAF7F8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B22B7-FACA-4D00-D163-CD7E4B60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16575-950E-F5E8-C892-B8A1FF51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2DE17-52B8-7637-6717-BA166E6C1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4422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EF80-37EB-DBDE-DAF0-F7A3A616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DEBA9-60AD-E767-09B6-E2051C53B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EB159-41BA-D009-3D39-AEF99AC7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A4B31B-D9A1-4486-43F4-B5DABDE94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CC2E5-302D-2734-2F3C-A715CEC97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BCB88-231C-F7A2-98B4-C4A3E28A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6D16F2-05FD-2106-0A7A-D3BE4A35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7ACDD6-CA83-986A-4949-20E8CF8C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077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F915C-2EAD-1821-6A9D-C15B4B055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45F1C-2A47-FD1A-B7B6-DF9A35A9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5E5E9-EC39-6379-2366-7374D798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2763D-A261-CFA2-3347-8D4A871D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551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73683-0386-3391-4565-01FC36E4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FAF39-5EF1-A9FD-8E83-364D6956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501A4-6CEC-76CB-1E8E-0BD1D0CBA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097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7FB4-844B-EB1C-3454-4532D8B6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7A8A-C8B9-11AE-49FC-03AE8A29A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1C811-CC5D-EE6C-86F6-DBD298308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FC185-400D-A1ED-A388-B6CCB6D4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52EE1-6D11-FEA5-747F-B16C8DBB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84157-B955-CCA6-1ED0-B8E975FE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928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E769-2C3D-32D0-A66C-0885F110E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7CB18-1D37-3CBE-12AD-4D0ABE829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A9B6-7345-599E-02E4-DB5978080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0728B-CE08-AD06-AA74-51F161F5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8FFD1-7E76-528D-4771-151D4B1BF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38C51-293C-FB9A-9523-0FE2117B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8783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9202-B02E-49DC-3AA8-0DFF16863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E8DE7-FB41-7CE0-0992-43194FE2C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3F819-B471-B1D1-9CB2-9039F466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E2D40-9DDA-DB65-4F14-5A8831C4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DBD42-9B5E-F274-1514-0D07C21E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8068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D17C8-6E67-B0A3-72C4-7680F4D5E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FF0A4-5F58-783F-C934-0FEA79C74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A369C-B957-F198-3037-AF4FE1E4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B07CB-DA2A-2D40-250A-BB5F9C676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46104-D94F-3520-6947-66DA4898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20553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3A13-D8D8-15DF-1A03-980FCCC17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321B2-3E8E-987A-8902-DE82081DA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B7CE3-ED26-E130-5162-C9F222FA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B8A5C-8679-2B75-9377-880C57FB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9970A-35FD-4851-994B-0F6B1EAC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720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DC240-194B-299E-EB18-86EA665E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65B7E-F045-57A8-DCA4-608069451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34FA8-55C0-64C6-8D3C-B5766662C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946BC-1B8F-4E28-88C8-9BC6684F417E}" type="datetimeFigureOut">
              <a:rPr lang="en-DK" smtClean="0"/>
              <a:t>11/09/2026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0ABA3-C2E0-9887-5CF0-3729B2EB4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DAF76-45A6-A9D4-C208-AFA594EDA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E59F5-7B22-4EE4-86F5-413E2C84356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6440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C4D0-CD74-B5EA-744E-3C5B5507F5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SSF Slide Elements — test deck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3AF94-67D8-1BB9-8FF0-E8930DAD19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For reviewing the add-in. Nothing here is confidential.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7033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13A2-B53B-02CF-B83E-98980C0F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empty slide to insert onto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CA568-21FD-B1DB-740B-3C0C25787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the task pane and click any element.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1959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95A8-3E6C-258E-40B0-4F0D4B9B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slide that already has a shape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7E24F-0491-5690-CB9D-AA731DA47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Insert here too, then press Undo in the pane.</a:t>
            </a:r>
            <a:endParaRPr lang="en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DB4DD5-A044-E822-A3DB-8BAF585FD50A}"/>
              </a:ext>
            </a:extLst>
          </p:cNvPr>
          <p:cNvSpPr/>
          <p:nvPr/>
        </p:nvSpPr>
        <p:spPr>
          <a:xfrm>
            <a:off x="6604000" y="3810000"/>
            <a:ext cx="4318000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/>
              <a:t>Already here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2596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Custom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SSF Slide Elements — test deck</vt:lpstr>
      <vt:lpstr>An empty slide to insert onto</vt:lpstr>
      <vt:lpstr>A slide that already has a shape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 Bleeker Pedersen</dc:creator>
  <cp:lastModifiedBy>Dann Bleeker Pedersen</cp:lastModifiedBy>
  <cp:revision>1</cp:revision>
  <dcterms:created xsi:type="dcterms:W3CDTF">2026-09-11T17:19:57Z</dcterms:created>
  <dcterms:modified xsi:type="dcterms:W3CDTF">2026-09-11T17:19:57Z</dcterms:modified>
</cp:coreProperties>
</file>