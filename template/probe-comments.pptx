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s/modernComment_102_A61DA0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A3FD0C-12F0-A7E3-F53D-795E83D3C516}" name="SSF Probe" initials="SP" userId="ssf-probe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comments/modernComment_102_A61DA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C8D19CD-E847-412C-944B-31E0FFDE918A}" authorId="{05A3FD0C-12F0-A7E3-F53D-795E83D3C516}" created="2026-09-14T11:18:36.770">
    <pc:sldMkLst xmlns:pc="http://schemas.microsoft.com/office/powerpoint/2013/main/command">
      <pc:docMk/>
      <pc:sldMk cId="174184974" sldId="258"/>
    </pc:sldMkLst>
    <p188:pos x="1270000" y="1270000"/>
    <p188:txBody>
      <a:bodyPr/>
      <a:lstStyle/>
      <a:p>
        <a:r>
          <a:rPr lang="en-DK"/>
          <a:t>Question 4 asks what each read of the deck drops. This comment is what there is to lose.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ED27-3A02-0B11-0997-75D142040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5501D-B5E0-8478-0D50-AFF40CB97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EF1F4-848E-3755-C999-4EB6184E1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20999-4073-91D1-E2CE-B12A7B22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E8FD2-A649-121D-44DE-3CF5AB7B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562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48AC-E59B-C0C5-CE6F-870F9C420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C2638-C675-2B8B-7312-CE4D0FC14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0833F-B6B9-D961-2025-9D2410315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E44D2-2883-2130-A8F6-5EF57040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C44DA-0FCD-FE6D-FC4D-BAF8E4BFE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3569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A7E4-E9A1-23A3-FB82-22189AE5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05791-017C-2767-FEA4-366D1B123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E61F0-F66F-E1DA-52E9-44028B49B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C9814-A390-8FAD-5867-3EEEBB5A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3D976-88B3-D510-92BB-C3985337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2963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70B4-9995-87A7-549C-504F9D4A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1F66C-5F99-8D11-6F84-CCE738AD4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582C7-F524-1731-D9CE-0213A995C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8F0A5-E341-FE93-39C5-F03D3E5E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AC184-F81D-6C45-FFB3-E6F41F67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ADF80-84E9-6D46-D8C5-F8126C85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0800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E62F-0B58-FFA9-C672-E40C8656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336DE-BD3B-B8A1-52BC-448CC0897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0CCD1-74D1-C373-42C9-3553C0058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914CF-2543-184A-DA8B-9C5DF3C50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405E61-CF11-5B3F-FA98-7959D7FA8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2763F-0DDA-C59F-338E-18ECC0E0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FD6F2-2816-CB17-D1C8-BEAB22CE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181F0-6832-A20E-34B3-53C9E181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246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D3B5-39A6-790E-8BD2-DFC3C6A3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344C9-BA44-0B1B-1DB6-351947C89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A4CB6-26AE-8DB4-2C13-7B3D37E7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2151D-314F-582C-58A4-D803A6E0F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948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C1412-74EA-AB9F-2CA6-845D7934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995956-E874-CF42-4A76-267B094A7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D2E47-7DCB-C209-5100-8CE0907F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9644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6037A-353A-4A5D-C3D6-D85F3D147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702A-53C7-D7E8-507E-7FE96C0ED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E87D9-1CB8-116A-1D1A-0A01E047B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36358-1DB4-3D7F-12CE-349070B8D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71D4E-792F-9C8F-8F2E-CACF8D0DB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70F34-DA4D-34E3-97FA-4FDBF85F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8486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836C-9771-E86E-9FDD-B42300C17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E54833-5E58-98AB-609A-D8932E293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25FA0-2175-E781-4D07-13CAA2AC1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7E47E-ABEA-898B-8823-A8E90B68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8CDD3-DB3C-B0CA-1A13-34A60E09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D0378-1C73-C1E5-5FDE-B51A2587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34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F9BCF-95B3-508D-E4C9-8FA8E85F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FF1AC-8678-5CD1-72C1-6ED1724D8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1731F-3A7A-1FC3-C22B-B7C07D76D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9E4CF-FDA9-6E65-B032-6A2387E0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3D21-5B92-3746-3BA4-83501864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51296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FD971-AA75-0BE6-DF06-DC073172E5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510B7-5AB6-BED7-8EC0-C12FFDFB4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61809-A185-F2E4-F977-9B7B0E40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F6969-CFE7-D2D4-A808-BE3FCDCA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AAAFE-506F-7B65-94EE-F3E450532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6367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8D279-0DBE-172B-C76F-715D8ED3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A80C3-8112-8714-BABF-8A4CAAC1B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7F95C-230F-2679-6FDE-64615D46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654BC-EF0C-5BFB-522B-DDC73850C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A5CF8-87BD-90B2-1157-7311595C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61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C06640-2AA0-918C-60E5-327906CF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08FA8-433F-362A-5578-80202A87B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35A6F-A5A1-6D9B-47A8-8C3AE135A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96E6B-A683-4286-B1FE-EC459E999693}" type="datetimeFigureOut">
              <a:rPr lang="en-DK" smtClean="0"/>
              <a:t>14/09/2026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7D8A6-C6CB-0BB7-B933-1663DE2EF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E0EF5-30D8-2734-E6DC-5153B205E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89E34-7974-4C39-B41A-BE1E57F022E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6618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A61DA0E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2C7B3-CAE7-423C-F94B-ED1239C1F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SSF Slide Elements - probe deck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98455-D4F4-58DF-EF5B-61C88DAB3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throwaway deck for the host probe. Nothing here is confidential and all of it is invented.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362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1D065-F3CF-C53D-73BF-93A1B3AA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 empty slide to insert onto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7FC70-DEBF-E653-7150-FDD0D2DA4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Select this slide before pressing Run.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7688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DD7C-90CE-E654-D9B9-19515712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slide carries the comment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8ACF9-BF84-8AE3-5C45-43E8F2A13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comment on this slide is the point of the deck: question 4 needs something to drop.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41849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Microsoft Office PowerPoint</Application>
  <PresentationFormat>Custom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SSF Slide Elements - probe deck</vt:lpstr>
      <vt:lpstr>An empty slide to insert onto</vt:lpstr>
      <vt:lpstr>This slide carries the comment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SSF Probe</dc:creator>
  <cp:lastModifiedBy>SSF Probe</cp:lastModifiedBy>
  <cp:revision>1</cp:revision>
  <dcterms:created xsi:type="dcterms:W3CDTF">2026-09-14T11:18:36Z</dcterms:created>
  <dcterms:modified xsi:type="dcterms:W3CDTF">2026-09-14T11:18:36Z</dcterms:modified>
</cp:coreProperties>
</file>